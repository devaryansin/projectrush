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 Smart Resource Allocation</a:t>
            </a: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GrantWriter is a web-based tool that leverages AI to generate persuasive grant application paragraphs for NGOs. It simplifies the fundraising process by converting user-provided details into a structured, funder-ready narrative.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Provides an AI-powered solution specifically for grant writing, directly addressing a critical operational need for NGOs. Its Brutalist UI ensures immediate attention and memorability.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Collects key organizational data through a structured form. Utilizes the Gemini API with a specialized prompt to craft a comprehensive grant paragraph following established grant writing principles. Presents the output in a clear, organized manner.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Automated generation of compelling grant application paragraphs powered by Gemini AI, combined with a distinctive and attention-grabbing Brutalist user interface.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AI-Powered Grant Paragraph Generation: Auto-drafts problem statements, solutions, impact projections, and budget justifications.</a:t>
            </a:r>
          </a:p>
          <a:p>
            <a:pPr>
              <a:defRPr sz="1600"/>
            </a:pPr>
            <a:r>
              <a:t>• Brutalist UI: Bold typography, thick borders, high contrast, and intentional asymmetry for a unique user experience.</a:t>
            </a:r>
          </a:p>
          <a:p>
            <a:pPr>
              <a:defRPr sz="1600"/>
            </a:pPr>
            <a:r>
              <a:t>• Responsive Design: Fully functional and visually consistent across desktop and mobile devices.</a:t>
            </a:r>
          </a:p>
          <a:p>
            <a:pPr>
              <a:defRPr sz="1600"/>
            </a:pPr>
            <a:r>
              <a:t>• Loading &amp; Error States: Clear visual indicators for submission progress and user-friendly error messaging.</a:t>
            </a:r>
          </a:p>
          <a:p>
            <a:pPr>
              <a:defRPr sz="1600"/>
            </a:pPr>
            <a:r>
              <a:t>• Structured Output: Parses and displays AI-generated text with visual hierarchy for readability.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Frontend: Next.js 16 (App Router), React, TypeScript, Tailwind CSS</a:t>
            </a:r>
          </a:p>
          <a:p>
            <a:pPr>
              <a:defRPr sz="2000"/>
            </a:pPr>
            <a:r>
              <a:rPr dirty="0"/>
              <a:t>• Backend/API: Next.js API Route (`app/</a:t>
            </a:r>
            <a:r>
              <a:rPr dirty="0" err="1"/>
              <a:t>api</a:t>
            </a:r>
            <a:r>
              <a:rPr dirty="0"/>
              <a:t>/generate/</a:t>
            </a:r>
            <a:r>
              <a:rPr dirty="0" err="1"/>
              <a:t>route.ts</a:t>
            </a:r>
            <a:r>
              <a:rPr dirty="0"/>
              <a:t>`)</a:t>
            </a:r>
          </a:p>
          <a:p>
            <a:pPr>
              <a:defRPr sz="2000"/>
            </a:pPr>
            <a:r>
              <a:rPr dirty="0"/>
              <a:t>• AI Integration: Gemini API (`gemini-2.5-flash`)</a:t>
            </a:r>
          </a:p>
          <a:p>
            <a:pPr>
              <a:defRPr sz="2000"/>
            </a:pPr>
            <a:r>
              <a:rPr dirty="0"/>
              <a:t>• Icons: </a:t>
            </a:r>
            <a:r>
              <a:rPr dirty="0" err="1"/>
              <a:t>Lucide</a:t>
            </a:r>
            <a:r>
              <a:rPr dirty="0"/>
              <a:t> React</a:t>
            </a:r>
          </a:p>
          <a:p>
            <a:pPr>
              <a:defRPr sz="2000"/>
            </a:pPr>
            <a:r>
              <a:rPr dirty="0"/>
              <a:t>• Styling: Custom CSS variables, Brutalism design principles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107FF4-9ABD-B48D-F26D-1EFFD2BB6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208" y="1454025"/>
            <a:ext cx="6827520" cy="35897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https://grantwriter-sc.vercel.app/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329</Words>
  <Application>Microsoft Office PowerPoint</Application>
  <PresentationFormat>On-screen Show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2026-04-26T18:10:22Z</dcterms:modified>
</cp:coreProperties>
</file>