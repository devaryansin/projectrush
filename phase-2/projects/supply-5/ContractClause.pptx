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2" y="7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</a:t>
            </a: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 Smart Supply Chains</a:t>
            </a: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t>• ContractClause is a Next.js 16 MVP application that empowers users to generate custom contract clauses to mitigate supply chain disruption risks. Leveraging a Gemini AI backend, it offers pre-drafted, legally-structured clauses tailored to specific scenarios, roles, jurisdictions, and risk tolerances, ensuring business continuity and legal protection.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</a:t>
            </a:r>
          </a:p>
          <a:p>
            <a:pPr>
              <a:defRPr sz="1600"/>
            </a:pPr>
            <a:r>
              <a:t>• The application differentiates itself by combining a highly refined, editorial UI aesthetic with precise, AI-generated legal drafting for supply chain disruptions, a niche but critical area. Its focus on pre-emptive clause generation offers a significant advantage over reactive legal solutions.</a:t>
            </a:r>
          </a:p>
          <a:p>
            <a:pPr>
              <a:defRPr sz="1600"/>
            </a:pPr>
            <a:r>
              <a:t>• Problem Solving Approach</a:t>
            </a:r>
          </a:p>
          <a:p>
            <a:pPr>
              <a:defRPr sz="1600"/>
            </a:pPr>
            <a:r>
              <a:t>• The solution addresses the problem of supply chain volatility by providing a tool that generates proactive contractual safeguards. It translates complex disruption scenarios into clear, actionable contract language, enabling businesses to define protections before disruptions occur.</a:t>
            </a:r>
          </a:p>
          <a:p>
            <a:pPr>
              <a:defRPr sz="1600"/>
            </a:pPr>
            <a:r>
              <a:t>• USP</a:t>
            </a:r>
          </a:p>
          <a:p>
            <a:pPr>
              <a:defRPr sz="1600"/>
            </a:pPr>
            <a:r>
              <a:t>• AI-powered generation of bespoke, legally structured contract clauses for supply chain disruptions, presented within a professional, trustworthy editorial UI, offering immediate risk mitigation.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AI-Driven Clause Generation: Dynamically drafts Force Majeure, SLA, Penalty, and Dispute Resolution clauses based on user input.</a:t>
            </a:r>
          </a:p>
          <a:p>
            <a:pPr>
              <a:defRPr sz="1600"/>
            </a:pPr>
            <a:r>
              <a:t>• Paper/Editorial UI: Implements a sophisticated newspaper/magazine layout with serif fonts, clear hierarchy, and a cream/near-black color scheme for a trustworthy feel.</a:t>
            </a:r>
          </a:p>
          <a:p>
            <a:pPr>
              <a:defRPr sz="1600"/>
            </a:pPr>
            <a:r>
              <a:t>• User-Friendly Input Form: Collects essential details like contract type, disruption scenario, role, jurisdiction, and risk tolerance.</a:t>
            </a:r>
          </a:p>
          <a:p>
            <a:pPr>
              <a:defRPr sz="1600"/>
            </a:pPr>
            <a:r>
              <a:t>• Loading &amp; Error Handling: Provides distinct visual states for submission loading and displays user-friendly error messages.</a:t>
            </a:r>
          </a:p>
          <a:p>
            <a:pPr>
              <a:defRPr sz="1600"/>
            </a:pPr>
            <a:r>
              <a:t>• Responsive Design: Ensures full functionality and aesthetic integrity across mobile and desktop devices.</a:t>
            </a:r>
          </a:p>
          <a:p>
            <a:pPr>
              <a:defRPr sz="1600"/>
            </a:pPr>
            <a:r>
              <a:t>• Next.js 16 App Router: Built with modern Next.js features for performance and maintainability.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rPr dirty="0"/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rPr dirty="0"/>
              <a:t>• Frontend: Next.js 16, React, TypeScript, Tailwind CSS</a:t>
            </a:r>
          </a:p>
          <a:p>
            <a:pPr>
              <a:defRPr sz="2000"/>
            </a:pPr>
            <a:r>
              <a:rPr dirty="0"/>
              <a:t>• Icons: </a:t>
            </a:r>
            <a:r>
              <a:rPr dirty="0" err="1"/>
              <a:t>Lucide</a:t>
            </a:r>
            <a:r>
              <a:rPr dirty="0"/>
              <a:t> React</a:t>
            </a:r>
          </a:p>
          <a:p>
            <a:pPr>
              <a:defRPr sz="2000"/>
            </a:pPr>
            <a:r>
              <a:rPr dirty="0"/>
              <a:t>• Backend Integration: Gemini API (via Next.js API Route)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EA2F6C7-D73F-4987-35A5-77BB96AE5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936" y="1211001"/>
            <a:ext cx="6876288" cy="36483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https://contractclause-sc.vercel.app/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393</Words>
  <Application>Microsoft Office PowerPoint</Application>
  <PresentationFormat>On-screen Show (16:9)</PresentationFormat>
  <Paragraphs>30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5</cp:revision>
  <dcterms:modified xsi:type="dcterms:W3CDTF">2026-04-26T18:08:32Z</dcterms:modified>
</cp:coreProperties>
</file>