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 dirty="0">
                <a:latin typeface="Google Sans"/>
                <a:ea typeface="Google Sans"/>
                <a:cs typeface="Google Sans"/>
                <a:sym typeface="Google Sans"/>
              </a:rPr>
              <a:t> Rapid Crisis Response</a:t>
            </a: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GuestSOS offers instant, clear, and calming emergency guidance for guests in hospitality venues, directly addressing safety concerns during crises with plain language instructions generated by AI.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Real-time AI-powered safety instructions in a crisis, delivered with a calming, premium UI.</a:t>
            </a:r>
          </a:p>
          <a:p>
            <a:pPr>
              <a:defRPr sz="1600"/>
            </a:pPr>
            <a:r>
              <a:t>• Problem Solving Approach: Centralizes critical information, reduces panic through clear directives, and facilitates rapid response.</a:t>
            </a:r>
          </a:p>
          <a:p>
            <a:pPr>
              <a:defRPr sz="1600"/>
            </a:pPr>
            <a:r>
              <a:t>• USP: Panic-reducing, simple, actionable safety advice tailored to emergencies, integrated into a visually striking and user-friendly interface.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Crisis Reporting Form: Intuitive input for emergency type, location, people affected, and immediate dangers.</a:t>
            </a:r>
          </a:p>
          <a:p>
            <a:pPr>
              <a:defRPr sz="1600"/>
            </a:pPr>
            <a:r>
              <a:t>• AI-Generated Safety Instructions: Clear, numbered steps and "don'ts" provided by Gemini.</a:t>
            </a:r>
          </a:p>
          <a:p>
            <a:pPr>
              <a:defRPr sz="1600"/>
            </a:pPr>
            <a:r>
              <a:t>• Reassuring Closures: Ends AI responses with calming affirmations.</a:t>
            </a:r>
          </a:p>
          <a:p>
            <a:pPr>
              <a:defRPr sz="1600"/>
            </a:pPr>
            <a:r>
              <a:t>• Loading States: Visually distinct loading indicators during AI response generation.</a:t>
            </a:r>
          </a:p>
          <a:p>
            <a:pPr>
              <a:defRPr sz="1600"/>
            </a:pPr>
            <a:r>
              <a:t>• Error Handling: User-friendly messages for failed requests.</a:t>
            </a:r>
          </a:p>
          <a:p>
            <a:pPr>
              <a:defRPr sz="1600"/>
            </a:pPr>
            <a:r>
              <a:t>• Responsive Design: Optimized for all devices.</a:t>
            </a:r>
          </a:p>
          <a:p>
            <a:pPr>
              <a:defRPr sz="1600"/>
            </a:pPr>
            <a:r>
              <a:t>• Aurora UI Style: Dark immersive theme with gradient orbs and glassmorphism.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rPr dirty="0"/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rPr dirty="0"/>
              <a:t>• Next.js 16 (App Router)</a:t>
            </a:r>
          </a:p>
          <a:p>
            <a:pPr>
              <a:defRPr sz="2000"/>
            </a:pPr>
            <a:r>
              <a:rPr dirty="0"/>
              <a:t>• TypeScript</a:t>
            </a:r>
          </a:p>
          <a:p>
            <a:pPr>
              <a:defRPr sz="2000"/>
            </a:pPr>
            <a:r>
              <a:rPr dirty="0"/>
              <a:t>• Tailwind CSS</a:t>
            </a:r>
          </a:p>
          <a:p>
            <a:pPr>
              <a:defRPr sz="2000"/>
            </a:pPr>
            <a:r>
              <a:rPr dirty="0"/>
              <a:t>• Gemini API (gemini-2.5-flash)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Lucide</a:t>
            </a:r>
            <a:r>
              <a:rPr dirty="0"/>
              <a:t>-react for icons</a:t>
            </a:r>
          </a:p>
          <a:p>
            <a:pPr>
              <a:defRPr sz="2000"/>
            </a:pPr>
            <a:endParaRPr dirty="0"/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B7DF046-1CC4-38DD-6365-A1949F9190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498" y="1311175"/>
            <a:ext cx="5601004" cy="3855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https://guestsos-sc.vercel.app/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257</Words>
  <Application>Microsoft Office PowerPoint</Application>
  <PresentationFormat>On-screen Show (16:9)</PresentationFormat>
  <Paragraphs>30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5</cp:revision>
  <dcterms:modified xsi:type="dcterms:W3CDTF">2026-04-26T17:56:01Z</dcterms:modified>
</cp:coreProperties>
</file>