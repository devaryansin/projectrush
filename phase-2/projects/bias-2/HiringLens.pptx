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92000" y="2932076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Unbiased AI Decision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A tool to identify and correct discriminatory language in job descriptions, promoting inclusive hiring practices and algorithmic fairness.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Focus on proactive bias detection and remediation for hiring.</a:t>
            </a:r>
          </a:p>
          <a:p>
            <a:pPr>
              <a:defRPr sz="1600"/>
            </a:pPr>
            <a:r>
              <a:t>• Problem Solving Approach: Uses AI to analyze text, explain bias mechanisms, and offer solutions.</a:t>
            </a:r>
          </a:p>
          <a:p>
            <a:pPr>
              <a:defRPr sz="1600"/>
            </a:pPr>
            <a:r>
              <a:t>• USP: Combines an intuitive neomorphic UI with powerful AI for accessible fairness in recruitment.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Job Description Analysis: Identifies and flags discriminatory phrases.</a:t>
            </a:r>
          </a:p>
          <a:p>
            <a:pPr>
              <a:defRPr sz="1600"/>
            </a:pPr>
            <a:r>
              <a:t>• Bias Explanation: Details disadvantaged groups and the nature of the bias.</a:t>
            </a:r>
          </a:p>
          <a:p>
            <a:pPr>
              <a:defRPr sz="1600"/>
            </a:pPr>
            <a:r>
              <a:t>• Severity Rating: Assigns HIGH/MEDIUM/LOW severity to flagged phrases.</a:t>
            </a:r>
          </a:p>
          <a:p>
            <a:pPr>
              <a:defRPr sz="1600"/>
            </a:pPr>
            <a:r>
              <a:t>• Inclusive Rewrite: Generates a fully inclusive job description.</a:t>
            </a:r>
          </a:p>
          <a:p>
            <a:pPr>
              <a:defRPr sz="1600"/>
            </a:pPr>
            <a:r>
              <a:t>• Neomorphic UI: Soft, extruded design with dual shadows for a modern aesthetic.</a:t>
            </a:r>
          </a:p>
          <a:p>
            <a:pPr>
              <a:defRPr sz="1600"/>
            </a:pPr>
            <a:r>
              <a:t>• Responsive Design: Optimized for both mobile and desktop viewing.</a:t>
            </a:r>
          </a:p>
          <a:p>
            <a:pPr>
              <a:defRPr sz="1600"/>
            </a:pPr>
            <a:r>
              <a:t>• Loading &amp; Error States: Clear visual feedback during processing and for any errors.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Frontend: Next.js 16, React, TypeScript, Tailwind CSS</a:t>
            </a:r>
          </a:p>
          <a:p>
            <a:pPr>
              <a:defRPr sz="2000"/>
            </a:pPr>
            <a:r>
              <a:t>• Icons: Lucide-react</a:t>
            </a:r>
          </a:p>
          <a:p>
            <a:pPr>
              <a:defRPr sz="2000"/>
            </a:pPr>
            <a:r>
              <a:t>• AI Integration: Gemini API (`gemini-2.5-flash`)</a:t>
            </a:r>
          </a:p>
          <a:p>
            <a:pPr>
              <a:defRPr sz="2000"/>
            </a:pPr>
            <a:r>
              <a:t>• Styling: Custom CSS Variables, Google Fonts (Poppins)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1578E3-4B31-E0BD-EB1E-DC39B86D8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105312"/>
            <a:ext cx="4403545" cy="3916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https://hiringlens-sc.vercel.app/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250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5</cp:revision>
  <dcterms:modified xsi:type="dcterms:W3CDTF">2026-04-26T17:50:48Z</dcterms:modified>
</cp:coreProperties>
</file>