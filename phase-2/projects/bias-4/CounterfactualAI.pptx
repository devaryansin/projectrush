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Unbiased AI Decision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CounterfactualAI is a web-based tool that leverages AI to identify and flag discriminatory bias in automated decision-making systems. It provides organizations with actionable counterfactual test cases to ensure fairness and accountability.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terminal/hacker UI, specialized focus on counterfactual fairness testing.</a:t>
            </a:r>
          </a:p>
          <a:p>
            <a:pPr>
              <a:defRPr sz="1600"/>
            </a:pPr>
            <a:r>
              <a:t>• Problem Solving Approach: Systematically isolates demographic variables to reveal hidden biases.</a:t>
            </a:r>
          </a:p>
          <a:p>
            <a:pPr>
              <a:defRPr sz="1600"/>
            </a:pPr>
            <a:r>
              <a:t>• USP: Generates specific, testable scenarios for algorithmic accountability, promoting ethical AI.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Interactive terminal-like UI for inputting decision details.</a:t>
            </a:r>
          </a:p>
          <a:p>
            <a:pPr>
              <a:defRPr sz="1600"/>
            </a:pPr>
            <a:r>
              <a:t>• AI-powered generation of 5 counterfactual fairness test cases.</a:t>
            </a:r>
          </a:p>
          <a:p>
            <a:pPr>
              <a:defRPr sz="1600"/>
            </a:pPr>
            <a:r>
              <a:t>• Clear display of expected fair outcomes and potential bias flags.</a:t>
            </a:r>
          </a:p>
          <a:p>
            <a:pPr>
              <a:defRPr sz="1600"/>
            </a:pPr>
            <a:r>
              <a:t>• Loading and error states for enhanced user experience.</a:t>
            </a:r>
          </a:p>
          <a:p>
            <a:pPr>
              <a:defRPr sz="1600"/>
            </a:pPr>
            <a:r>
              <a:t>• Fully responsive design for accessibility across devices.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Next.js 16 (App Router)</a:t>
            </a:r>
          </a:p>
          <a:p>
            <a:pPr>
              <a:defRPr sz="2000"/>
            </a:pPr>
            <a:r>
              <a:t>• TypeScript</a:t>
            </a:r>
          </a:p>
          <a:p>
            <a:pPr>
              <a:defRPr sz="2000"/>
            </a:pPr>
            <a:r>
              <a:t>• Tailwind CSS</a:t>
            </a:r>
          </a:p>
          <a:p>
            <a:pPr>
              <a:defRPr sz="2000"/>
            </a:pPr>
            <a:r>
              <a:t>• Gemini API (gemini-2.5-flash)</a:t>
            </a:r>
          </a:p>
          <a:p>
            <a:pPr>
              <a:defRPr sz="2000"/>
            </a:pPr>
            <a:r>
              <a:t>• Lucide React for icons</a:t>
            </a:r>
          </a:p>
          <a:p>
            <a:pPr>
              <a:defRPr sz="2000"/>
            </a:pPr>
            <a:r>
              <a:t>• Constraints:</a:t>
            </a:r>
          </a:p>
          <a:p>
            <a:pPr>
              <a:defRPr sz="2000"/>
            </a:pPr>
            <a:r>
              <a:t>• Monospace fonts only.</a:t>
            </a:r>
          </a:p>
          <a:p>
            <a:pPr>
              <a:defRPr sz="2000"/>
            </a:pPr>
            <a:r>
              <a:t>• Restricted color palette (black, greens, white, cyan).</a:t>
            </a:r>
          </a:p>
          <a:p>
            <a:pPr>
              <a:defRPr sz="2000"/>
            </a:pPr>
            <a:r>
              <a:t>• No external npm packages beyond core dependencies.</a:t>
            </a:r>
          </a:p>
          <a:p>
            <a:pPr>
              <a:defRPr sz="2000"/>
            </a:pPr>
            <a:r>
              <a:t>• Strict adherence to UI style guide.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4AE308-6E36-BD11-F6FB-6C894C1D3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1199092"/>
            <a:ext cx="5465364" cy="3944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https://counterfactualai-sc.vercel.app/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2026-04-26T17:52:37Z</dcterms:modified>
</cp:coreProperties>
</file>