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latin typeface="Google Sans"/>
                <a:ea typeface="Google Sans"/>
                <a:cs typeface="Google Sans"/>
                <a:sym typeface="Google Sans"/>
              </a:rPr>
              <a:t>Rapid Crisis Response</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Brief:</a:t>
            </a:r>
            <a:endParaRPr sz="1800" b="0" i="0" u="none" strike="noStrike" cap="none" dirty="0">
              <a:solidFill>
                <a:srgbClr val="000000"/>
              </a:solidFill>
              <a:latin typeface="Google Sans"/>
              <a:ea typeface="Google Sans"/>
              <a:cs typeface="Google Sans"/>
              <a:sym typeface="Google Sans"/>
            </a:endParaRPr>
          </a:p>
          <a:p>
            <a:pPr>
              <a:defRPr sz="2000"/>
            </a:pPr>
            <a:r>
              <a:t>• HazardMap provides an AI-powered solution for hospitality venues to proactively identify and manage safety hazards. By analyzing venue descriptions, it generates detailed hazard zone reports, risk assessments, and actionable mitigation strategies, enhancing emergency preparedness and response coordination.</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 Offers a unique, AI-driven approach to venue-specific hazard analysis in the hospitality sector.</a:t>
            </a:r>
          </a:p>
          <a:p>
            <a:pPr>
              <a:defRPr sz="1600"/>
            </a:pPr>
            <a:r>
              <a:t>• Problem Solving Approach: Addresses critical communication gaps and fragmented information during emergencies by centralizing hazard data and recommendations.</a:t>
            </a:r>
          </a:p>
          <a:p>
            <a:pPr>
              <a:defRPr sz="1600"/>
            </a:pPr>
            <a:r>
              <a:t>• USP: Instantaneous, AI-generated hazard zone mapping and tailored mitigation plans with a user-friendly, engaging interface.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AI-Powered Hazard Analysis: Automatically detects and risk-ranks hazard zones based on venue descriptions.</a:t>
            </a:r>
          </a:p>
          <a:p>
            <a:pPr>
              <a:defRPr sz="1600"/>
            </a:pPr>
            <a:r>
              <a:t>• Detailed Hazard Reporting: Specifies hazard types, risk levels, and rationale for each zone.</a:t>
            </a:r>
          </a:p>
          <a:p>
            <a:pPr>
              <a:defRPr sz="1600"/>
            </a:pPr>
            <a:r>
              <a:t>• Actionable Mitigation: Provides targeted recommendations for hazard mitigation and emergency access.</a:t>
            </a:r>
          </a:p>
          <a:p>
            <a:pPr>
              <a:defRPr sz="1600"/>
            </a:pPr>
            <a:r>
              <a:t>• Claymorphism UI: Engaging, modern, and intuitive user interface with a playful 3D aesthetic.</a:t>
            </a:r>
          </a:p>
          <a:p>
            <a:pPr>
              <a:defRPr sz="1600"/>
            </a:pPr>
            <a:r>
              <a:t>• Responsive Design: Optimized for both mobile and desktop experiences.</a:t>
            </a:r>
          </a:p>
          <a:p>
            <a:pPr>
              <a:defRPr sz="1600"/>
            </a:pPr>
            <a:r>
              <a:t>• Client-Side Data Fetching: Efficiently retrieves AI analysis results.</a:t>
            </a:r>
          </a:p>
          <a:p>
            <a:pPr>
              <a:defRPr sz="1600"/>
            </a:pPr>
            <a:r>
              <a:t>• Integrated Loading &amp; Error States: Provides clear feedback during processing and handles errors gracefully.</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400" b="1"/>
            </a:pPr>
            <a:r>
              <a:t>Technologies:</a:t>
            </a:r>
            <a:endParaRPr sz="1200" b="0" i="0" u="none" strike="noStrike" cap="none" dirty="0">
              <a:solidFill>
                <a:srgbClr val="000000"/>
              </a:solidFill>
              <a:latin typeface="Google Sans"/>
              <a:ea typeface="Google Sans"/>
              <a:cs typeface="Google Sans"/>
              <a:sym typeface="Google Sans"/>
            </a:endParaRPr>
          </a:p>
          <a:p>
            <a:pPr>
              <a:defRPr sz="2000"/>
            </a:pPr>
            <a:r>
              <a:t>• Next.js 16 (App Router)</a:t>
            </a:r>
          </a:p>
          <a:p>
            <a:pPr>
              <a:defRPr sz="2000"/>
            </a:pPr>
            <a:r>
              <a:t>• TypeScript</a:t>
            </a:r>
          </a:p>
          <a:p>
            <a:pPr>
              <a:defRPr sz="2000"/>
            </a:pPr>
            <a:r>
              <a:t>• Tailwind CSS (with custom variables)</a:t>
            </a:r>
          </a:p>
          <a:p>
            <a:pPr>
              <a:defRPr sz="2000"/>
            </a:pPr>
            <a:r>
              <a:t>• Gemini API (gemini-2.5-flash)</a:t>
            </a:r>
          </a:p>
          <a:p>
            <a:pPr>
              <a:defRPr sz="2000"/>
            </a:pPr>
            <a:r>
              <a:t>• Lucide React for icons</a:t>
            </a:r>
          </a:p>
          <a:p>
            <a:pPr>
              <a:defRPr sz="2000"/>
            </a:pPr>
            <a:r>
              <a:t>• Google Fonts (Nunito, Fredoka One)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Snapshots of the MVP:</a:t>
            </a:r>
            <a:endParaRPr sz="1800" b="0" i="0" u="none" strike="noStrike" cap="none" dirty="0">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07565B84-CE7E-34E0-CF19-8DC724166300}"/>
              </a:ext>
            </a:extLst>
          </p:cNvPr>
          <p:cNvPicPr>
            <a:picLocks noChangeAspect="1"/>
          </p:cNvPicPr>
          <p:nvPr/>
        </p:nvPicPr>
        <p:blipFill>
          <a:blip r:embed="rId4"/>
          <a:stretch>
            <a:fillRect/>
          </a:stretch>
        </p:blipFill>
        <p:spPr>
          <a:xfrm>
            <a:off x="1999488" y="1227311"/>
            <a:ext cx="5398101" cy="39161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https://hazardmap-sc.vercel.app/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294</Words>
  <Application>Microsoft Office PowerPoint</Application>
  <PresentationFormat>On-screen Show (16:9)</PresentationFormat>
  <Paragraphs>31</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2026-04-26T17:59:29Z</dcterms:modified>
</cp:coreProperties>
</file>