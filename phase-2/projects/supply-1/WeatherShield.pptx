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Smart Supply Chains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A Next.js 16 MVP application for predicting and mitigating weather-based supply chain disruptions. Features a Brutalist UI and Gemini API integration to provide users with real-time route risk analysis and actionable recommendations.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Unique Brutalist UI style that stands out in the logistics tech space.</a:t>
            </a:r>
          </a:p>
          <a:p>
            <a:pPr>
              <a:defRPr sz="1600"/>
            </a:pPr>
            <a:r>
              <a:t>• Problem Solving Approach: Proactive identification and mitigation of weather-related transit delays through data analysis.</a:t>
            </a:r>
          </a:p>
          <a:p>
            <a:pPr>
              <a:defRPr sz="1600"/>
            </a:pPr>
            <a:r>
              <a:t>• USP: Real-time, AI-powered weather risk assessment for supply chain routes with actionable insights.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Intuitive input form for route details (origin, destination, transport mode, departure).</a:t>
            </a:r>
          </a:p>
          <a:p>
            <a:pPr>
              <a:defRPr sz="1600"/>
            </a:pPr>
            <a:r>
              <a:t>• Dynamic weather risk score and detailed threat analysis per route segment.</a:t>
            </a:r>
          </a:p>
          <a:p>
            <a:pPr>
              <a:defRPr sz="1600"/>
            </a:pPr>
            <a:r>
              <a:t>• Estimated impact on Estimated Time of Arrival (ETA).</a:t>
            </a:r>
          </a:p>
          <a:p>
            <a:pPr>
              <a:defRPr sz="1600"/>
            </a:pPr>
            <a:r>
              <a:t>• Practical weather-proofing recommendations.</a:t>
            </a:r>
          </a:p>
          <a:p>
            <a:pPr>
              <a:defRPr sz="1600"/>
            </a:pPr>
            <a:r>
              <a:t>• Loading state for AI processing.</a:t>
            </a:r>
          </a:p>
          <a:p>
            <a:pPr>
              <a:defRPr sz="1600"/>
            </a:pPr>
            <a:r>
              <a:t>• Error handling for graceful failure.</a:t>
            </a:r>
          </a:p>
          <a:p>
            <a:pPr>
              <a:defRPr sz="1600"/>
            </a:pPr>
            <a:r>
              <a:t>• Responsive design for all devices.</a:t>
            </a:r>
          </a:p>
          <a:p>
            <a:pPr>
              <a:defRPr sz="1600"/>
            </a:pPr>
            <a:r>
              <a:t>• Striking Brutalist UI with high contrast and bold typography.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Frontend: Next.js 16 (App Router), TypeScript, Tailwind CSS</a:t>
            </a:r>
          </a:p>
          <a:p>
            <a:pPr>
              <a:defRPr sz="2000"/>
            </a:pPr>
            <a:r>
              <a:rPr dirty="0"/>
              <a:t>• Icons: </a:t>
            </a:r>
            <a:r>
              <a:rPr dirty="0" err="1"/>
              <a:t>Lucide</a:t>
            </a:r>
            <a:r>
              <a:rPr dirty="0"/>
              <a:t> React</a:t>
            </a:r>
          </a:p>
          <a:p>
            <a:pPr>
              <a:defRPr sz="2000"/>
            </a:pPr>
            <a:r>
              <a:rPr dirty="0"/>
              <a:t>• AI Integration: Gemini API (`gemini-2.5-flash`)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790C65-3B49-971A-37B8-ADD9D74D1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54625"/>
            <a:ext cx="7193280" cy="38440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https://weathershield-sc.vercel.app/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240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2026-04-26T18:05:14Z</dcterms:modified>
</cp:coreProperties>
</file>