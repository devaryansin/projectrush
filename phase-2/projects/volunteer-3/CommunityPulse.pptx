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1"/>
  </p:notesMasterIdLst>
  <p:sldIdLst>
    <p:sldId id="257" r:id="rId3"/>
    <p:sldId id="258" r:id="rId4"/>
    <p:sldId id="259" r:id="rId5"/>
    <p:sldId id="260" r:id="rId6"/>
    <p:sldId id="264" r:id="rId7"/>
    <p:sldId id="266" r:id="rId8"/>
    <p:sldId id="268" r:id="rId9"/>
    <p:sldId id="270" r:id="rId10"/>
  </p:sldIdLst>
  <p:sldSz cx="9144000" cy="5143500" type="screen16x9"/>
  <p:notesSz cx="6858000" cy="9144000"/>
  <p:embeddedFontLst>
    <p:embeddedFont>
      <p:font typeface="Google Sans"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62" y="72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07f7ad1a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c07f7ad1a1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07f7ad1a1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c07f7ad1a1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07f7ad1a1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07f7ad1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07f7ad1a1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07f7ad1a1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07f7ad1a1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07f7ad1a1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07f7ad1a1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07f7ad1a1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07f7ad1a1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c07f7ad1a1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07f7ad1a1_2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c07f7ad1a1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08" name="Google Shape;108;p26"/>
          <p:cNvPicPr preferRelativeResize="0"/>
          <p:nvPr/>
        </p:nvPicPr>
        <p:blipFill rotWithShape="1">
          <a:blip r:embed="rId3">
            <a:alphaModFix/>
          </a:blip>
          <a:srcRect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Team Details</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name: </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leader name: </a:t>
            </a:r>
            <a:endParaRPr sz="1800" b="1" i="0" u="none" strike="noStrike" cap="none" dirty="0">
              <a:solidFill>
                <a:srgbClr val="000000"/>
              </a:solidFill>
              <a:latin typeface="Google Sans"/>
              <a:ea typeface="Google Sans"/>
              <a:cs typeface="Google Sans"/>
              <a:sym typeface="Google Sans"/>
            </a:endParaRPr>
          </a:p>
          <a:p>
            <a:pPr marL="914400" lvl="1" indent="-342900">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Problem Statement: </a:t>
            </a:r>
            <a:r>
              <a:rPr lang="en-GB" sz="1800" b="1" dirty="0">
                <a:latin typeface="Google Sans"/>
                <a:ea typeface="Google Sans"/>
                <a:cs typeface="Google Sans"/>
                <a:sym typeface="Google Sans"/>
              </a:rPr>
              <a:t>Smart Resource Allocation</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a:stretch/>
        </p:blipFill>
        <p:spPr>
          <a:xfrm>
            <a:off x="0" y="0"/>
            <a:ext cx="9143997" cy="27592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400" b="1"/>
            </a:pPr>
            <a:r>
              <a:t>Brief:</a:t>
            </a:r>
            <a:endParaRPr sz="1800" b="0" i="0" u="none" strike="noStrike" cap="none" dirty="0">
              <a:solidFill>
                <a:srgbClr val="000000"/>
              </a:solidFill>
              <a:latin typeface="Google Sans"/>
              <a:ea typeface="Google Sans"/>
              <a:cs typeface="Google Sans"/>
              <a:sym typeface="Google Sans"/>
            </a:endParaRPr>
          </a:p>
          <a:p>
            <a:pPr>
              <a:defRPr sz="2000"/>
            </a:pPr>
            <a:r>
              <a:t>• CommunityPulse addresses the challenge of scattered community data by providing a centralized platform for NGOs. It transforms raw social media posts into actionable insights, highlighting urgent needs and suggesting targeted interventions. This empowers NGOs to efficiently allocate resources and connect volunteers with critical tasks, ultimately amplifying social impact.</a:t>
            </a: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8"/>
          <p:cNvSpPr txBox="1"/>
          <p:nvPr/>
        </p:nvSpPr>
        <p:spPr>
          <a:xfrm>
            <a:off x="183250" y="818550"/>
            <a:ext cx="8784300" cy="1419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defRPr sz="2000" b="1"/>
            </a:pPr>
            <a:r>
              <a:t>Opportunities:</a:t>
            </a:r>
            <a:endParaRPr sz="1800" b="0" i="0" u="none" strike="noStrike" cap="none" dirty="0">
              <a:solidFill>
                <a:srgbClr val="000000"/>
              </a:solidFill>
              <a:latin typeface="Google Sans"/>
              <a:ea typeface="Google Sans"/>
              <a:cs typeface="Google Sans"/>
              <a:sym typeface="Google Sans"/>
            </a:endParaRPr>
          </a:p>
          <a:p>
            <a:pPr>
              <a:defRPr sz="1600"/>
            </a:pPr>
            <a:r>
              <a:t>• Differentiation</a:t>
            </a:r>
          </a:p>
          <a:p>
            <a:pPr>
              <a:defRPr sz="1600"/>
            </a:pPr>
            <a:r>
              <a:t>• AI-powered Social Listening: Directly extracts insights from unstructured text data, going beyond manual analysis.</a:t>
            </a:r>
          </a:p>
          <a:p>
            <a:pPr>
              <a:defRPr sz="1600"/>
            </a:pPr>
            <a:r>
              <a:t>• Actionable Intelligence: Provides ranked needs, sentiment, affected demographics, and specific NGO interventions, not just raw data.</a:t>
            </a:r>
          </a:p>
          <a:p>
            <a:pPr>
              <a:defRPr sz="1600"/>
            </a:pPr>
            <a:r>
              <a:t>• Aurora UI Style: Offers a unique, premium, and immersive dark-themed interface, enhancing user engagement.</a:t>
            </a:r>
          </a:p>
          <a:p>
            <a:pPr>
              <a:defRPr sz="1600"/>
            </a:pPr>
            <a:r>
              <a:t>• Seamless Volunteer Matching: Facilitates targeted resource allocation by clearly defining needs and areas of impact.</a:t>
            </a:r>
          </a:p>
          <a:p>
            <a:pPr>
              <a:defRPr sz="1600"/>
            </a:pPr>
            <a:r>
              <a:t>• Problem Solving Approach</a:t>
            </a:r>
          </a:p>
          <a:p>
            <a:pPr>
              <a:defRPr sz="1600"/>
            </a:pPr>
            <a:r>
              <a:t>• The solution employs a robust AI-driven approach combined with a user-centric design.</a:t>
            </a:r>
          </a:p>
          <a:p>
            <a:pPr>
              <a:defRPr sz="1600"/>
            </a:pPr>
            <a:r>
              <a:t>• 1.  Data Ingestion: Users paste community social media posts into a structured input form.</a:t>
            </a:r>
          </a:p>
          <a:p>
            <a:pPr>
              <a:defRPr sz="1600"/>
            </a:pPr>
            <a:r>
              <a:t>• 2.  AI Analysis: The Gemini API processes the input using a specialized system prompt to extract key community needs, urgency, sentiment, affected segments, and intervention recommendations.</a:t>
            </a:r>
          </a:p>
          <a:p>
            <a:pPr>
              <a:defRPr sz="1600"/>
            </a:pPr>
            <a:r>
              <a:t>• 3.  Insight Visualization: Results are presented in a clear, hierarchical, and visually appealing format, adhering to the Aurora UI style.</a:t>
            </a:r>
          </a:p>
          <a:p>
            <a:pPr>
              <a:defRPr sz="1600"/>
            </a:pPr>
            <a:r>
              <a:t>• 4.  User Feedback: The application handles loading states and errors gracefully, ensuring a smooth user experience.</a:t>
            </a:r>
          </a:p>
          <a:p>
            <a:pPr>
              <a:defRPr sz="1600"/>
            </a:pPr>
            <a:r>
              <a:t>• USP</a:t>
            </a:r>
          </a:p>
          <a:p>
            <a:pPr>
              <a:defRPr sz="1600"/>
            </a:pPr>
            <a:r>
              <a:t>• CommunityPulse's Unique Selling Proposition lies in its AI-driven ability to distill complex social media chatter into prioritized, actionable intelligence for NGOs, wrapped in a distinct and immersive Aurora UI. This empowers immediate, informed decision-making for social impact initiatives.</a:t>
            </a: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000" b="1"/>
            </a:pPr>
            <a:r>
              <a:t>Features:</a:t>
            </a:r>
            <a:endParaRPr sz="1800" b="0" i="0" u="none" strike="noStrike" cap="none" dirty="0">
              <a:solidFill>
                <a:srgbClr val="000000"/>
              </a:solidFill>
              <a:latin typeface="Google Sans"/>
              <a:ea typeface="Google Sans"/>
              <a:cs typeface="Google Sans"/>
              <a:sym typeface="Google Sans"/>
            </a:endParaRPr>
          </a:p>
          <a:p>
            <a:pPr>
              <a:defRPr sz="1600"/>
            </a:pPr>
            <a:r>
              <a:t>• AI-Powered Needs Extraction: Analyzes social media posts to identify and rank unmet community needs.</a:t>
            </a:r>
          </a:p>
          <a:p>
            <a:pPr>
              <a:defRPr sz="1600"/>
            </a:pPr>
            <a:r>
              <a:t>• Urgency Scoring &amp; Sentiment Analysis: Quantifies the urgency of needs and assesses the emotional tone within community feedback.</a:t>
            </a:r>
          </a:p>
          <a:p>
            <a:pPr>
              <a:defRPr sz="1600"/>
            </a:pPr>
            <a:r>
              <a:t>• Affected Population Identification: Pinpoints demographic segments most impacted by identified issues.</a:t>
            </a:r>
          </a:p>
          <a:p>
            <a:pPr>
              <a:defRPr sz="1600"/>
            </a:pPr>
            <a:r>
              <a:t>• Actionable Intervention Recommendations: Suggests specific steps NGOs can take based on the analysis.</a:t>
            </a:r>
          </a:p>
          <a:p>
            <a:pPr>
              <a:defRPr sz="1600"/>
            </a:pPr>
            <a:r>
              <a:t>• Evidence Quoting: Provides direct quotes from posts to support the extracted insights.</a:t>
            </a:r>
          </a:p>
          <a:p>
            <a:pPr>
              <a:defRPr sz="1600"/>
            </a:pPr>
            <a:r>
              <a:t>• Engaging Aurora UI: Features a dark, gradient-infused, and ethereal interface for a premium feel.</a:t>
            </a:r>
          </a:p>
          <a:p>
            <a:pPr>
              <a:defRPr sz="1600"/>
            </a:pPr>
            <a:r>
              <a:t>• Real-time Loading &amp; Error States: Provides clear visual feedback during processing and for handling errors.</a:t>
            </a:r>
          </a:p>
          <a:p>
            <a:pPr>
              <a:defRPr sz="1600"/>
            </a:pPr>
            <a:r>
              <a:t>• Fully Responsive Design: Ensures optimal viewing and interaction across all devices.</a:t>
            </a:r>
          </a:p>
          <a:p>
            <a:pPr>
              <a:defRPr sz="1600"/>
            </a:pPr>
            <a:r>
              <a:t>• Prominent Branding: "CommunityPulse" title and tagline are clearly displayed.</a:t>
            </a: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p:nvPr/>
        </p:nvSpPr>
        <p:spPr>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400" b="1"/>
            </a:pPr>
            <a:r>
              <a:rPr dirty="0"/>
              <a:t>Technologies:</a:t>
            </a:r>
            <a:endParaRPr sz="1200" b="0" i="0" u="none" strike="noStrike" cap="none" dirty="0">
              <a:solidFill>
                <a:srgbClr val="000000"/>
              </a:solidFill>
              <a:latin typeface="Google Sans"/>
              <a:ea typeface="Google Sans"/>
              <a:cs typeface="Google Sans"/>
              <a:sym typeface="Google Sans"/>
            </a:endParaRPr>
          </a:p>
          <a:p>
            <a:pPr>
              <a:defRPr sz="2000"/>
            </a:pPr>
            <a:r>
              <a:rPr dirty="0"/>
              <a:t>• Frontend Framework: Next.js 16 (App Router)</a:t>
            </a:r>
          </a:p>
          <a:p>
            <a:pPr>
              <a:defRPr sz="2000"/>
            </a:pPr>
            <a:r>
              <a:rPr dirty="0"/>
              <a:t>• Language: TypeScript</a:t>
            </a:r>
          </a:p>
          <a:p>
            <a:pPr>
              <a:defRPr sz="2000"/>
            </a:pPr>
            <a:r>
              <a:rPr dirty="0"/>
              <a:t>• Styling: Tailwind CSS, Custom CSS variables, Google Fonts</a:t>
            </a:r>
          </a:p>
          <a:p>
            <a:pPr>
              <a:defRPr sz="2000"/>
            </a:pPr>
            <a:r>
              <a:rPr dirty="0"/>
              <a:t>• Icons: </a:t>
            </a:r>
            <a:r>
              <a:rPr dirty="0" err="1"/>
              <a:t>lucide</a:t>
            </a:r>
            <a:r>
              <a:rPr dirty="0"/>
              <a:t>-react</a:t>
            </a:r>
          </a:p>
          <a:p>
            <a:pPr>
              <a:defRPr sz="2000"/>
            </a:pPr>
            <a:r>
              <a:rPr dirty="0"/>
              <a:t>• AI Integration: Gemini API (`gemini-2.5-flash`)</a:t>
            </a: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Snapshots of the MVP:</a:t>
            </a:r>
            <a:endParaRPr sz="1800" b="0" i="0" u="none" strike="noStrike" cap="none" dirty="0">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pic>
        <p:nvPicPr>
          <p:cNvPr id="3" name="Picture 2">
            <a:extLst>
              <a:ext uri="{FF2B5EF4-FFF2-40B4-BE49-F238E27FC236}">
                <a16:creationId xmlns:a16="http://schemas.microsoft.com/office/drawing/2014/main" id="{2D9510CA-56FE-4F71-51C8-C968B611A561}"/>
              </a:ext>
            </a:extLst>
          </p:cNvPr>
          <p:cNvPicPr>
            <a:picLocks noChangeAspect="1"/>
          </p:cNvPicPr>
          <p:nvPr/>
        </p:nvPicPr>
        <p:blipFill>
          <a:blip r:embed="rId4"/>
          <a:stretch>
            <a:fillRect/>
          </a:stretch>
        </p:blipFill>
        <p:spPr>
          <a:xfrm>
            <a:off x="624188" y="1351498"/>
            <a:ext cx="7178692" cy="379200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Links:</a:t>
            </a:r>
            <a:endParaRPr sz="1800" b="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dirty="0">
                <a:solidFill>
                  <a:srgbClr val="000000"/>
                </a:solidFill>
                <a:latin typeface="Google Sans"/>
                <a:ea typeface="Google Sans"/>
                <a:cs typeface="Google Sans"/>
                <a:sym typeface="Google Sans"/>
              </a:rPr>
              <a:t>GitHub Public Repository:</a:t>
            </a:r>
            <a:endParaRPr sz="1800" b="0" i="0" u="none" strike="noStrike" cap="none" dirty="0">
              <a:solidFill>
                <a:srgbClr val="000000"/>
              </a:solidFill>
              <a:latin typeface="Google Sans"/>
              <a:ea typeface="Google Sans"/>
              <a:cs typeface="Google Sans"/>
              <a:sym typeface="Google Sans"/>
            </a:endParaRPr>
          </a:p>
          <a:p>
            <a:pPr marL="457200" lvl="0" indent="-342900">
              <a:buSzPts val="1800"/>
              <a:buFont typeface="Google Sans"/>
              <a:buAutoNum type="arabicPeriod"/>
            </a:pPr>
            <a:r>
              <a:rPr lang="en-GB" sz="1800" dirty="0">
                <a:latin typeface="Google Sans"/>
                <a:ea typeface="Google Sans"/>
                <a:cs typeface="Google Sans"/>
                <a:sym typeface="Google Sans"/>
              </a:rPr>
              <a:t>Working Prototype Link: https://communitypulse-sc.vercel.app/</a:t>
            </a:r>
            <a:endParaRPr sz="1800" dirty="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534</Words>
  <Application>Microsoft Office PowerPoint</Application>
  <PresentationFormat>On-screen Show (16:9)</PresentationFormat>
  <Paragraphs>42</Paragraphs>
  <Slides>8</Slides>
  <Notes>8</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8</vt:i4>
      </vt:variant>
    </vt:vector>
  </HeadingPairs>
  <TitlesOfParts>
    <vt:vector size="12" baseType="lpstr">
      <vt:lpstr>Google Sans</vt:lpstr>
      <vt:lpstr>Arial</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Aryan Singh</cp:lastModifiedBy>
  <cp:revision>4</cp:revision>
  <dcterms:modified xsi:type="dcterms:W3CDTF">2026-04-26T18:11:54Z</dcterms:modified>
</cp:coreProperties>
</file>