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Digital Asset Protection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ReverseTrace provides a robust solution for sports organizations to identify, track, and flag unauthorized use of their digital media assets. By analyzing user-provided content descriptions, the platform generates a detailed forensic report, helping to ascertain the origin and propagation of proprietary content across the internet.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Offers specialized IP protection for the high-value, rapidly disseminated digital media of sports organizations.</a:t>
            </a:r>
          </a:p>
          <a:p>
            <a:pPr>
              <a:defRPr sz="1600"/>
            </a:pPr>
            <a:r>
              <a:t>• Problem Solving Approach: Utilizes advanced AI analysis for forensic tracing of digital content, addressing a critical visibility gap.</a:t>
            </a:r>
          </a:p>
          <a:p>
            <a:pPr>
              <a:defRPr sz="1600"/>
            </a:pPr>
            <a:r>
              <a:t>• USP: Near real-time detection and authentication of digital assets through AI-driven origin analysis, presented in a credible editorial format.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Content Description Input: A structured form for users to detail suspicious media.</a:t>
            </a:r>
          </a:p>
          <a:p>
            <a:pPr>
              <a:defRPr sz="1600"/>
            </a:pPr>
            <a:r>
              <a:t>• AI-Powered Origin Analysis: Forensic reasoning by Gemini to determine likely source and distribution.</a:t>
            </a:r>
          </a:p>
          <a:p>
            <a:pPr>
              <a:defRPr sz="1600"/>
            </a:pPr>
            <a:r>
              <a:t>• Authenticity Signals: Identification of content genuineness indicators or lack thereof.</a:t>
            </a:r>
          </a:p>
          <a:p>
            <a:pPr>
              <a:defRPr sz="1600"/>
            </a:pPr>
            <a:r>
              <a:t>• Verification Steps: Actionable guidance for users to confirm content origin.</a:t>
            </a:r>
          </a:p>
          <a:p>
            <a:pPr>
              <a:defRPr sz="1600"/>
            </a:pPr>
            <a:r>
              <a:t>• Editorial UI: Clean, newspaper-inspired design for enhanced readability and trust.</a:t>
            </a:r>
          </a:p>
          <a:p>
            <a:pPr>
              <a:defRPr sz="1600"/>
            </a:pPr>
            <a:r>
              <a:t>• Loading &amp; Error States: Clear visual feedback during processing and for any issues.</a:t>
            </a:r>
          </a:p>
          <a:p>
            <a:pPr>
              <a:defRPr sz="1600"/>
            </a:pPr>
            <a:r>
              <a:t>• Responsive Design: Optimized for all devices.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Frontend: Next.js 16, React, TypeScript, Tailwind CSS</a:t>
            </a:r>
          </a:p>
          <a:p>
            <a:pPr>
              <a:defRPr sz="2000"/>
            </a:pPr>
            <a:r>
              <a:rPr dirty="0"/>
              <a:t>• Icons: </a:t>
            </a:r>
            <a:r>
              <a:rPr dirty="0" err="1"/>
              <a:t>Lucide</a:t>
            </a:r>
            <a:r>
              <a:rPr dirty="0"/>
              <a:t> React</a:t>
            </a:r>
          </a:p>
          <a:p>
            <a:pPr>
              <a:defRPr sz="2000"/>
            </a:pPr>
            <a:r>
              <a:rPr dirty="0"/>
              <a:t>• AI Integration: Gemini API (via server-side route)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D2FE7C-B34B-D4B4-0D9C-5780EAA75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3200" y="1243776"/>
            <a:ext cx="4797599" cy="38997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https://reversetrace-sc.vercel.app/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288</Words>
  <Application>Microsoft Office PowerPoint</Application>
  <PresentationFormat>On-screen Show (16:9)</PresentationFormat>
  <Paragraphs>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5</cp:revision>
  <dcterms:modified xsi:type="dcterms:W3CDTF">2026-04-26T18:03:37Z</dcterms:modified>
</cp:coreProperties>
</file>