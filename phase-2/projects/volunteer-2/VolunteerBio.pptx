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a:t>
            </a:r>
            <a:r>
              <a:rPr lang="en-GB" sz="1800" b="1" dirty="0">
                <a:latin typeface="Google Sans"/>
                <a:ea typeface="Google Sans"/>
                <a:cs typeface="Google Sans"/>
                <a:sym typeface="Google Sans"/>
              </a:rPr>
              <a:t> Smart Resource Allocation</a:t>
            </a:r>
            <a:r>
              <a:rPr lang="en-GB" sz="1800" b="1" i="0" u="none" strike="noStrike" cap="none" dirty="0">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t>Brief:</a:t>
            </a:r>
            <a:endParaRPr sz="1800" b="0" i="0" u="none" strike="noStrike" cap="none" dirty="0">
              <a:solidFill>
                <a:srgbClr val="000000"/>
              </a:solidFill>
              <a:latin typeface="Google Sans"/>
              <a:ea typeface="Google Sans"/>
              <a:cs typeface="Google Sans"/>
              <a:sym typeface="Google Sans"/>
            </a:endParaRPr>
          </a:p>
          <a:p>
            <a:pPr>
              <a:defRPr sz="2000"/>
            </a:pPr>
            <a:r>
              <a:t>• VolunteerBio is a Next.js 16 web application that generates personalized impact biographies for volunteers. It streamlines the process of showcasing volunteer contributions for NGOs, donor reports, and recruitment efforts by transforming raw volunteer data into compelling, human-centered narratives.</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The VolunteerBio application differentiates itself through its unique Neumorphism UI, creating a distinct and modern aesthetic. Its core value proposition lies in the AI-powered generation of high-quality, inspiring volunteer bios, moving beyond simple data aggregation to narrative storytelling.</a:t>
            </a:r>
          </a:p>
          <a:p>
            <a:pPr>
              <a:defRPr sz="1600"/>
            </a:pPr>
            <a:r>
              <a:t>• Problem Solving Approach</a:t>
            </a:r>
          </a:p>
          <a:p>
            <a:pPr>
              <a:defRPr sz="1600"/>
            </a:pPr>
            <a:r>
              <a:t>• The application tackles the challenge of scattered community data and volunteer engagement by:</a:t>
            </a:r>
          </a:p>
          <a:p>
            <a:pPr>
              <a:defRPr sz="1600"/>
            </a:pPr>
            <a:r>
              <a:t>• 1. Providing a centralized input mechanism for volunteer details.</a:t>
            </a:r>
          </a:p>
          <a:p>
            <a:pPr>
              <a:defRPr sz="1600"/>
            </a:pPr>
            <a:r>
              <a:t>• 2. Leveraging Gemini AI to craft engaging impact narratives.</a:t>
            </a:r>
          </a:p>
          <a:p>
            <a:pPr>
              <a:defRPr sz="1600"/>
            </a:pPr>
            <a:r>
              <a:t>• 3. Presenting these narratives in a format suitable for multiple NGO needs (reporting, recognition, recruitment).</a:t>
            </a:r>
          </a:p>
          <a:p>
            <a:pPr>
              <a:defRPr sz="1600"/>
            </a:pPr>
            <a:r>
              <a:t>• USP</a:t>
            </a:r>
          </a:p>
          <a:p>
            <a:pPr>
              <a:defRPr sz="1600"/>
            </a:pPr>
            <a:r>
              <a:t>• AI-generated, inspiring volunteer impact biographies with a distinctive Neumorphism UI, designed to enhance NGO storytelling and volunteer engagement.</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Neumorphism-styled input form for volunteer details (name, skills, hours, tasks, motivation).</a:t>
            </a:r>
          </a:p>
          <a:p>
            <a:pPr>
              <a:defRPr sz="1600"/>
            </a:pPr>
            <a:r>
              <a:t>• Real-time loading indicator upon submission.</a:t>
            </a:r>
          </a:p>
          <a:p>
            <a:pPr>
              <a:defRPr sz="1600"/>
            </a:pPr>
            <a:r>
              <a:t>• AI-powered generation of personalized volunteer impact biographies using Gemini.</a:t>
            </a:r>
          </a:p>
          <a:p>
            <a:pPr>
              <a:defRPr sz="1600"/>
            </a:pPr>
            <a:r>
              <a:t>• Display of generated biographies with clear visual hierarchy.</a:t>
            </a:r>
          </a:p>
          <a:p>
            <a:pPr>
              <a:defRPr sz="1600"/>
            </a:pPr>
            <a:r>
              <a:t>• Graceful error handling for user-friendly feedback.</a:t>
            </a:r>
          </a:p>
          <a:p>
            <a:pPr>
              <a:defRPr sz="1600"/>
            </a:pPr>
            <a:r>
              <a:t>• Fully responsive design for desktop and mobile.</a:t>
            </a:r>
          </a:p>
          <a:p>
            <a:pPr>
              <a:defRPr sz="1600"/>
            </a:pPr>
            <a:r>
              <a:t>• Prominent display of the VolunteerBio title and tagline.</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rPr dirty="0"/>
              <a:t>Technologies:</a:t>
            </a:r>
            <a:endParaRPr sz="1200" b="0" i="0" u="none" strike="noStrike" cap="none" dirty="0">
              <a:solidFill>
                <a:srgbClr val="000000"/>
              </a:solidFill>
              <a:latin typeface="Google Sans"/>
              <a:ea typeface="Google Sans"/>
              <a:cs typeface="Google Sans"/>
              <a:sym typeface="Google Sans"/>
            </a:endParaRPr>
          </a:p>
          <a:p>
            <a:pPr>
              <a:defRPr sz="2000"/>
            </a:pPr>
            <a:r>
              <a:rPr dirty="0"/>
              <a:t>• Next.js 16 (App Router)</a:t>
            </a:r>
          </a:p>
          <a:p>
            <a:pPr>
              <a:defRPr sz="2000"/>
            </a:pPr>
            <a:r>
              <a:rPr dirty="0"/>
              <a:t>• TypeScript</a:t>
            </a:r>
          </a:p>
          <a:p>
            <a:pPr>
              <a:defRPr sz="2000"/>
            </a:pPr>
            <a:r>
              <a:rPr dirty="0"/>
              <a:t>• Tailwind CSS (with custom variables and Google Fonts)</a:t>
            </a:r>
          </a:p>
          <a:p>
            <a:pPr>
              <a:defRPr sz="2000"/>
            </a:pPr>
            <a:r>
              <a:rPr dirty="0"/>
              <a:t>• </a:t>
            </a:r>
            <a:r>
              <a:rPr dirty="0" err="1"/>
              <a:t>Lucide</a:t>
            </a:r>
            <a:r>
              <a:rPr dirty="0"/>
              <a:t>-React for icons</a:t>
            </a:r>
          </a:p>
          <a:p>
            <a:pPr>
              <a:defRPr sz="2000"/>
            </a:pPr>
            <a:r>
              <a:rPr dirty="0"/>
              <a:t>• Gemini API (`gemini-2.5-flash`)</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Snapshots of the MVP:</a:t>
            </a:r>
            <a:endParaRPr sz="1800" b="0" i="0" u="none" strike="noStrike" cap="none" dirty="0">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34D1BF21-9031-C6DB-41CC-AFC2F8E90206}"/>
              </a:ext>
            </a:extLst>
          </p:cNvPr>
          <p:cNvPicPr>
            <a:picLocks noChangeAspect="1"/>
          </p:cNvPicPr>
          <p:nvPr/>
        </p:nvPicPr>
        <p:blipFill>
          <a:blip r:embed="rId4"/>
          <a:stretch>
            <a:fillRect/>
          </a:stretch>
        </p:blipFill>
        <p:spPr>
          <a:xfrm>
            <a:off x="816864" y="1330007"/>
            <a:ext cx="7193280" cy="38134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https://volunteerbio-sc.vercel.app/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331</Words>
  <Application>Microsoft Office PowerPoint</Application>
  <PresentationFormat>On-screen Show (16:9)</PresentationFormat>
  <Paragraphs>36</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4</cp:revision>
  <dcterms:modified xsi:type="dcterms:W3CDTF">2026-04-26T18:11:03Z</dcterms:modified>
</cp:coreProperties>
</file>