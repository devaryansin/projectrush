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a:t>
            </a:r>
            <a:r>
              <a:rPr lang="en-GB" b="1" dirty="0"/>
              <a:t>Smart Resource Allocation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Brief:</a:t>
            </a:r>
            <a:endParaRPr sz="1800" b="0" i="0" u="none" strike="noStrike" cap="none" dirty="0">
              <a:solidFill>
                <a:srgbClr val="000000"/>
              </a:solidFill>
              <a:latin typeface="Google Sans"/>
              <a:ea typeface="Google Sans"/>
              <a:cs typeface="Google Sans"/>
              <a:sym typeface="Google Sans"/>
            </a:endParaRPr>
          </a:p>
          <a:p>
            <a:pPr>
              <a:defRPr sz="2000"/>
            </a:pPr>
            <a:r>
              <a:t>• SkillGapFinder is a Next.js 16 application designed to empower local social groups and NGOs. It addresses the challenge of understanding community needs from scattered data and efficiently matching volunteers to critical tasks. By analyzing project requirements against available volunteer skills, it pinpoints crucial skill gaps, quantifies their impact, and provides actionable recruitment briefs and interim solutions.</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The application differentiates itself through its unique "Paper/Editorial" UI style, fostering a sense of trust and readability akin to professional publications. Its focused AI-driven analysis of NGO skill gaps provides a clear, actionable roadmap for volunteer recruitment and project success.</a:t>
            </a:r>
          </a:p>
          <a:p>
            <a:pPr>
              <a:defRPr sz="1600"/>
            </a:pPr>
            <a:r>
              <a:t>• Problem Solving Approach</a:t>
            </a:r>
          </a:p>
          <a:p>
            <a:pPr>
              <a:defRPr sz="1600"/>
            </a:pPr>
            <a:r>
              <a:t>• The solution tackles the problem by centralizing NGO project and volunteer data, then employing AI to identify critical skill deficiencies. It prioritizes these gaps, articulates their impact, and generates tailored resources (recruitment briefs, workarounds) to bridge them, thereby enhancing operational efficiency and social impact.</a:t>
            </a:r>
          </a:p>
          <a:p>
            <a:pPr>
              <a:defRPr sz="1600"/>
            </a:pPr>
            <a:r>
              <a:t>• USP</a:t>
            </a:r>
          </a:p>
          <a:p>
            <a:pPr>
              <a:defRPr sz="1600"/>
            </a:pPr>
            <a:r>
              <a:t>• The core Unique Selling Proposition (USP) lies in its sophisticated AI-powered skill gap analysis presented through a sophisticated, editorial-style interface, offering NGOs precise insights into their talent needs and actionable strategies for volunteer recruitment and project completion.</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Skill Gap Analysis: Identifies and ranks missing skills based on criticality.</a:t>
            </a:r>
          </a:p>
          <a:p>
            <a:pPr>
              <a:defRPr sz="1600"/>
            </a:pPr>
            <a:r>
              <a:t>• Impact Quantification: Assesses the effect of each skill gap on project outcomes.</a:t>
            </a:r>
          </a:p>
          <a:p>
            <a:pPr>
              <a:defRPr sz="1600"/>
            </a:pPr>
            <a:r>
              <a:t>• Targeted Recruitment Briefs: Generates compelling 3-sentence briefs for each missing skill.</a:t>
            </a:r>
          </a:p>
          <a:p>
            <a:pPr>
              <a:defRPr sz="1600"/>
            </a:pPr>
            <a:r>
              <a:t>• Interim Workarounds: Provides practical solutions for gaps while recruiting.</a:t>
            </a:r>
          </a:p>
          <a:p>
            <a:pPr>
              <a:defRPr sz="1600"/>
            </a:pPr>
            <a:r>
              <a:t>• Intuitive Input Form: Collects NGO project details and volunteer skill information.</a:t>
            </a:r>
          </a:p>
          <a:p>
            <a:pPr>
              <a:defRPr sz="1600"/>
            </a:pPr>
            <a:r>
              <a:t>• Loading State: Visually indicates when the AI is processing.</a:t>
            </a:r>
          </a:p>
          <a:p>
            <a:pPr>
              <a:defRPr sz="1600"/>
            </a:pPr>
            <a:r>
              <a:t>• Error Handling: Displays user-friendly messages for issues.</a:t>
            </a:r>
          </a:p>
          <a:p>
            <a:pPr>
              <a:defRPr sz="1600"/>
            </a:pPr>
            <a:r>
              <a:t>• Responsive Design: Adapts seamlessly to various screen sizes.</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rPr dirty="0"/>
              <a:t>Technologies:</a:t>
            </a:r>
            <a:endParaRPr sz="1200" b="0" i="0" u="none" strike="noStrike" cap="none" dirty="0">
              <a:solidFill>
                <a:srgbClr val="000000"/>
              </a:solidFill>
              <a:latin typeface="Google Sans"/>
              <a:ea typeface="Google Sans"/>
              <a:cs typeface="Google Sans"/>
              <a:sym typeface="Google Sans"/>
            </a:endParaRPr>
          </a:p>
          <a:p>
            <a:pPr>
              <a:defRPr sz="2000"/>
            </a:pPr>
            <a:r>
              <a:rPr dirty="0"/>
              <a:t>• Frontend Framework: Next.js 16 (App Router)</a:t>
            </a:r>
          </a:p>
          <a:p>
            <a:pPr>
              <a:defRPr sz="2000"/>
            </a:pPr>
            <a:r>
              <a:rPr dirty="0"/>
              <a:t>• Language: TypeScript</a:t>
            </a:r>
          </a:p>
          <a:p>
            <a:pPr>
              <a:defRPr sz="2000"/>
            </a:pPr>
            <a:r>
              <a:rPr dirty="0"/>
              <a:t>• Styling: Tailwind CSS with custom CSS variables</a:t>
            </a:r>
          </a:p>
          <a:p>
            <a:pPr>
              <a:defRPr sz="2000"/>
            </a:pPr>
            <a:r>
              <a:rPr dirty="0"/>
              <a:t>• Icons: </a:t>
            </a:r>
            <a:r>
              <a:rPr dirty="0" err="1"/>
              <a:t>lucide</a:t>
            </a:r>
            <a:r>
              <a:rPr dirty="0"/>
              <a:t>-react</a:t>
            </a:r>
          </a:p>
          <a:p>
            <a:pPr>
              <a:defRPr sz="2000"/>
            </a:pPr>
            <a:r>
              <a:rPr dirty="0"/>
              <a:t>• AI Integration: Gemini API (`gemini-2.5-flash`)</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Snapshots of the MVP:</a:t>
            </a:r>
            <a:endParaRPr sz="1800" b="0" i="0" u="none" strike="noStrike" cap="none" dirty="0">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BE06E5DB-F600-5B01-9DC9-279E03AF34C8}"/>
              </a:ext>
            </a:extLst>
          </p:cNvPr>
          <p:cNvPicPr>
            <a:picLocks noChangeAspect="1"/>
          </p:cNvPicPr>
          <p:nvPr/>
        </p:nvPicPr>
        <p:blipFill>
          <a:blip r:embed="rId4"/>
          <a:stretch>
            <a:fillRect/>
          </a:stretch>
        </p:blipFill>
        <p:spPr>
          <a:xfrm>
            <a:off x="621792" y="1454025"/>
            <a:ext cx="6729984" cy="35326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https://skillgapfinder-sc.vercel.app/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405</Words>
  <Application>Microsoft Office PowerPoint</Application>
  <PresentationFormat>On-screen Show (16:9)</PresentationFormat>
  <Paragraphs>34</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5</cp:revision>
  <dcterms:modified xsi:type="dcterms:W3CDTF">2026-04-26T18:14:16Z</dcterms:modified>
</cp:coreProperties>
</file>