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Smart Supply Chains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A web application that provides a vendor reliability scorecard by analyzing user-provided relationship details through an AI model.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Unique AI-powered vendor assessment and proactive disruption detection for supply chains.</a:t>
            </a:r>
          </a:p>
          <a:p>
            <a:pPr>
              <a:defRPr sz="1600"/>
            </a:pPr>
            <a:r>
              <a:t>• Problem Solving Approach: Continuously analyzes transit data to preemptively flag and mitigate supply chain disruptions.</a:t>
            </a:r>
          </a:p>
          <a:p>
            <a:pPr>
              <a:defRPr sz="1600"/>
            </a:pPr>
            <a:r>
              <a:t>• USP: Dynamic route adjustment recommendations to prevent cascading delays.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Vendor relationship input form</a:t>
            </a:r>
          </a:p>
          <a:p>
            <a:pPr>
              <a:defRPr sz="1600"/>
            </a:pPr>
            <a:r>
              <a:t>• AI-powered reliability scorecard generation (scores, grade, risk flags, recommendations)</a:t>
            </a:r>
          </a:p>
          <a:p>
            <a:pPr>
              <a:defRPr sz="1600"/>
            </a:pPr>
            <a:r>
              <a:t>• Neumorphism UI with a soft, extruded 3D aesthetic</a:t>
            </a:r>
          </a:p>
          <a:p>
            <a:pPr>
              <a:defRPr sz="1600"/>
            </a:pPr>
            <a:r>
              <a:t>• Responsive design for all devices</a:t>
            </a:r>
          </a:p>
          <a:p>
            <a:pPr>
              <a:defRPr sz="1600"/>
            </a:pPr>
            <a:r>
              <a:t>• Loading and error state handling</a:t>
            </a:r>
          </a:p>
          <a:p>
            <a:pPr>
              <a:defRPr sz="1600"/>
            </a:pPr>
            <a:r>
              <a:t>• Prominent display of vendor name and tagline</a:t>
            </a:r>
          </a:p>
          <a:p>
            <a:pPr>
              <a:defRPr sz="1600"/>
            </a:pPr>
            <a:r>
              <a:t>• Seamless integration with Gemini API for backend processing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Next.js 16 (App Router)</a:t>
            </a:r>
          </a:p>
          <a:p>
            <a:pPr>
              <a:defRPr sz="2000"/>
            </a:pPr>
            <a:r>
              <a:rPr dirty="0"/>
              <a:t>• TypeScript</a:t>
            </a:r>
          </a:p>
          <a:p>
            <a:pPr>
              <a:defRPr sz="2000"/>
            </a:pPr>
            <a:r>
              <a:rPr dirty="0"/>
              <a:t>• Tailwind CSS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Lucide</a:t>
            </a:r>
            <a:r>
              <a:rPr dirty="0"/>
              <a:t> React for icons</a:t>
            </a:r>
          </a:p>
          <a:p>
            <a:pPr>
              <a:defRPr sz="2000"/>
            </a:pPr>
            <a:r>
              <a:rPr dirty="0"/>
              <a:t>• Gemini API (</a:t>
            </a:r>
            <a:r>
              <a:t>gemini-2.5-flash)</a:t>
            </a:r>
            <a:endParaRPr dirty="0"/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8D564D-F655-F5B8-158E-0FED3DF57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16" y="1372874"/>
            <a:ext cx="7120128" cy="37706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https://vendorscore-sc.vercel.app/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195</Words>
  <Application>Microsoft Office PowerPoint</Application>
  <PresentationFormat>On-screen Show (16:9)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2026-04-26T18:05:52Z</dcterms:modified>
</cp:coreProperties>
</file>