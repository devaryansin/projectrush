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Smart Supply Chains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The ShipmentNarrator is a Next.js 16 application designed to combat critical transit disruptions in global supply chains. It ingests raw shipment tracking data and leverages Gemini AI to generate a clear, chronological narrative. This narrative highlights shipment progress, pinpoints the causes and locations of delays, and provides insights into expected next steps, enabling proactive management of supply chain volatility.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The ShipmentNarrator differentiates itself through its specialized focus on translating complex, raw logistics data into accessible, actionable plain-language insights. Its Aurora UI provides a premium, immersive user experience, while the AI-driven narrative offers immediate clarity and predictive value, unlike traditional, often fragmented tracking systems.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solution addresses the problem of delayed disruption identification by employing a two-pronged approach:</a:t>
            </a:r>
          </a:p>
          <a:p>
            <a:pPr>
              <a:defRPr sz="1600"/>
            </a:pPr>
            <a:r>
              <a:t>• 1.  Data Translation: A user-friendly interface allows for easy submission of raw tracking data.</a:t>
            </a:r>
          </a:p>
          <a:p>
            <a:pPr>
              <a:defRPr sz="1600"/>
            </a:pPr>
            <a:r>
              <a:t>• 2.  AI-Powered Narrative: Gemini 2.5 Flash translates this data into a coherent, easy-to-understand story, identifying delays, their root causes, and future implications. This empowers stakeholders to react quickly and optimize routes before issues escalate.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Translate raw tracking data into an instantly understandable, AI-generated shipment story with predictive insights and a premium, immersive Aurora UI.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AI-Powered Shipment Narrative: Converts raw logistics logs into chronological, plain-language stories.</a:t>
            </a:r>
          </a:p>
          <a:p>
            <a:pPr>
              <a:defRPr sz="1600"/>
            </a:pPr>
            <a:r>
              <a:t>• Delay Analysis: Identifies and explains the reasons and locations of transit delays.</a:t>
            </a:r>
          </a:p>
          <a:p>
            <a:pPr>
              <a:defRPr sz="1600"/>
            </a:pPr>
            <a:r>
              <a:t>• Predictive Insights: Offers simple explanations of what to expect next for a shipment.</a:t>
            </a:r>
          </a:p>
          <a:p>
            <a:pPr>
              <a:defRPr sz="1600"/>
            </a:pPr>
            <a:r>
              <a:t>• Immersive Aurora UI: Features a dark, gradient-filled interface with dynamic elements for a premium user experience.</a:t>
            </a:r>
          </a:p>
          <a:p>
            <a:pPr>
              <a:defRPr sz="1600"/>
            </a:pPr>
            <a:r>
              <a:t>• Responsive Design: Fully functional and visually appealing on both desktop and mobile devices.</a:t>
            </a:r>
          </a:p>
          <a:p>
            <a:pPr>
              <a:defRPr sz="1600"/>
            </a:pPr>
            <a:r>
              <a:t>• Loading &amp; Error Handling: Provides clear visual feedback during data processing and displays user-friendly error messages.</a:t>
            </a:r>
          </a:p>
          <a:p>
            <a:pPr>
              <a:defRPr sz="1600"/>
            </a:pPr>
            <a:r>
              <a:t>• Client-Side API Fetching: Efficiently retrieves AI-generated content from a dedicated API route.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Frontend Framework: Next.js 16 (App Router)</a:t>
            </a:r>
          </a:p>
          <a:p>
            <a:pPr>
              <a:defRPr sz="2000"/>
            </a:pPr>
            <a:r>
              <a:rPr dirty="0"/>
              <a:t>• Language: TypeScript</a:t>
            </a:r>
          </a:p>
          <a:p>
            <a:pPr>
              <a:defRPr sz="2000"/>
            </a:pPr>
            <a:r>
              <a:rPr dirty="0"/>
              <a:t>• Styling: Tailwind CSS + Custom CSS Variables</a:t>
            </a:r>
          </a:p>
          <a:p>
            <a:pPr>
              <a:defRPr sz="2000"/>
            </a:pPr>
            <a:r>
              <a:rPr dirty="0"/>
              <a:t>• Icons: </a:t>
            </a:r>
            <a:r>
              <a:rPr dirty="0" err="1"/>
              <a:t>Lucide</a:t>
            </a:r>
            <a:r>
              <a:rPr dirty="0"/>
              <a:t> React</a:t>
            </a:r>
          </a:p>
          <a:p>
            <a:pPr>
              <a:defRPr sz="2000"/>
            </a:pPr>
            <a:r>
              <a:rPr dirty="0"/>
              <a:t>• AI Integration: Gemini API (gemini-2.5-flash)</a:t>
            </a:r>
          </a:p>
          <a:p>
            <a:pPr>
              <a:defRPr sz="2000"/>
            </a:pPr>
            <a:endParaRPr dirty="0"/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120634-6417-BB3C-B730-156A619C0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1260872"/>
            <a:ext cx="5882716" cy="3687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https://shipmentnarrator-sc.vercel.app/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432</Words>
  <Application>Microsoft Office PowerPoint</Application>
  <PresentationFormat>On-screen Show (16:9)</PresentationFormat>
  <Paragraphs>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2026-04-26T18:06:50Z</dcterms:modified>
</cp:coreProperties>
</file>