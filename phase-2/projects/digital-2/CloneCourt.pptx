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Digital Asset Protection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CloneCourt automates the creation of legal case summaries for sports media copyright infringement. It provides a clear, evidence-based framework to address unauthorized content use swiftly and efficiently.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Differentiation: Offers a specialized, AI-driven solution for the unique challenges of digital sports media IP protection.</a:t>
            </a:r>
          </a:p>
          <a:p>
            <a:pPr>
              <a:defRPr sz="1600"/>
            </a:pPr>
            <a:r>
              <a:t>• Problem Solving Approach: Addresses the critical visibility gap in tracking scattered digital assets, turning a complex problem into a manageable legal process.</a:t>
            </a:r>
          </a:p>
          <a:p>
            <a:pPr>
              <a:defRPr sz="1600"/>
            </a:pPr>
            <a:r>
              <a:t>• USP: Near real-time detection and AI-generated, actionable legal summaries for rapid response to IP violations.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Intuitive Neomorphism UI for a clean, professional user experience.</a:t>
            </a:r>
          </a:p>
          <a:p>
            <a:pPr>
              <a:defRPr sz="1600"/>
            </a:pPr>
            <a:r>
              <a:t>• AI-powered legal case summary generation via Gemini API.</a:t>
            </a:r>
          </a:p>
          <a:p>
            <a:pPr>
              <a:defRPr sz="1600"/>
            </a:pPr>
            <a:r>
              <a:t>• Structured output with case title, legal basis, evidence chain, estimated damages, and recommended actions.</a:t>
            </a:r>
          </a:p>
          <a:p>
            <a:pPr>
              <a:defRPr sz="1600"/>
            </a:pPr>
            <a:r>
              <a:t>• Input form for asset description, publish date, infringing URL, infringement type, and evidence.</a:t>
            </a:r>
          </a:p>
          <a:p>
            <a:pPr>
              <a:defRPr sz="1600"/>
            </a:pPr>
            <a:r>
              <a:t>• Loading states for a smooth user interaction during AI processing.</a:t>
            </a:r>
          </a:p>
          <a:p>
            <a:pPr>
              <a:defRPr sz="1600"/>
            </a:pPr>
            <a:r>
              <a:t>• Responsive design for accessibility across devices.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  <a:defRPr sz="2400" b="1"/>
            </a:pPr>
            <a:r>
              <a:rPr lang="en-IN" dirty="0"/>
              <a:t>Technologies:</a:t>
            </a:r>
            <a:endParaRPr lang="en-IN" sz="12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rPr lang="en-IN" dirty="0"/>
              <a:t>• Next.js 16 with App Router</a:t>
            </a:r>
          </a:p>
          <a:p>
            <a:pPr>
              <a:defRPr sz="2000"/>
            </a:pPr>
            <a:r>
              <a:rPr lang="en-IN" dirty="0"/>
              <a:t>• TypeScript</a:t>
            </a:r>
          </a:p>
          <a:p>
            <a:pPr>
              <a:defRPr sz="2000"/>
            </a:pPr>
            <a:r>
              <a:rPr lang="en-IN" dirty="0"/>
              <a:t>• Tailwind CSS</a:t>
            </a:r>
          </a:p>
          <a:p>
            <a:pPr>
              <a:defRPr sz="2000"/>
            </a:pPr>
            <a:r>
              <a:rPr lang="en-IN" dirty="0"/>
              <a:t>• Gemini 2.5 Flash API</a:t>
            </a:r>
          </a:p>
          <a:p>
            <a:pPr>
              <a:defRPr sz="2000"/>
            </a:pPr>
            <a:r>
              <a:rPr lang="en-IN" dirty="0"/>
              <a:t>• </a:t>
            </a:r>
            <a:r>
              <a:rPr lang="en-IN" dirty="0" err="1"/>
              <a:t>Lucide</a:t>
            </a:r>
            <a:r>
              <a:rPr lang="en-IN" dirty="0"/>
              <a:t> React icons</a:t>
            </a:r>
          </a:p>
          <a:p>
            <a:pPr>
              <a:defRPr sz="2000"/>
            </a:pPr>
            <a:endParaRPr dirty="0"/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AEA7AA-1075-067C-E3F0-50727DDD0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8510" y="1298083"/>
            <a:ext cx="5226979" cy="38454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Link: https://clonecourt-sc.vercel.app/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245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4</cp:revision>
  <dcterms:modified xsi:type="dcterms:W3CDTF">2026-04-26T18:01:10Z</dcterms:modified>
</cp:coreProperties>
</file>