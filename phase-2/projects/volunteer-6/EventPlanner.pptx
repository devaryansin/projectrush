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t>Smart Resource Allocation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EventPlanner is a Next.js 16 application that acts as a central hub for community needs assessment and volunteer coordination. It empowers local social groups and NGOs to transform scattered community data into actionable insights by generating detailed volunteer event plans. The application utilizes a visually engaging claymorphism UI and integrates with the Gemini API to provide comprehensive event strategies, from concept to success metrics.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The application differentiates itself through its specialized focus on volunteer event planning for community needs, its unique claymorphism UI that creates an inviting and playful user experience, and its seamless integration with a powerful AI model for generating detailed, ready-to-execute plans.</a:t>
            </a:r>
          </a:p>
          <a:p>
            <a:pPr>
              <a:defRPr sz="1600"/>
            </a:pPr>
            <a:r>
              <a:t>• Problem Solving Approach</a:t>
            </a:r>
          </a:p>
          <a:p>
            <a:pPr>
              <a:defRPr sz="1600"/>
            </a:pPr>
            <a:r>
              <a:t>• The approach addresses the problem of scattered community data and inefficient volunteer matching by providing a single platform that:</a:t>
            </a:r>
          </a:p>
          <a:p>
            <a:pPr>
              <a:defRPr sz="1600"/>
            </a:pPr>
            <a:r>
              <a:t>• 1. Gathers Inputs: Collects community needs, volunteer availability, budget, location, and timeframe.</a:t>
            </a:r>
          </a:p>
          <a:p>
            <a:pPr>
              <a:defRPr sz="1600"/>
            </a:pPr>
            <a:r>
              <a:t>• 2. Generates Plans: Uses AI to create a structured event plan including concept, schedule, roles, materials, communication, and metrics.</a:t>
            </a:r>
          </a:p>
          <a:p>
            <a:pPr>
              <a:defRPr sz="1600"/>
            </a:pPr>
            <a:r>
              <a:t>• 3. Visualizes Data: Presents the generated plan in a clear, hierarchical, and aesthetically pleasing claymorphism UI.</a:t>
            </a:r>
          </a:p>
          <a:p>
            <a:pPr>
              <a:defRPr sz="1600"/>
            </a:pPr>
            <a:r>
              <a:t>• 4. Facilitates Action: Equips organizers with a complete blueprint to address community needs effectively.</a:t>
            </a:r>
          </a:p>
          <a:p>
            <a:pPr>
              <a:defRPr sz="1600"/>
            </a:pPr>
            <a:r>
              <a:t>• USP</a:t>
            </a:r>
          </a:p>
          <a:p>
            <a:pPr>
              <a:defRPr sz="1600"/>
            </a:pPr>
            <a:r>
              <a:t>• The Unique Selling Proposition of EventPlanner is its ability to provide an AI-generated, comprehensive, and visually appealing volunteer event plan tailored to specific community needs, all within an intuitive and delightful claymorphism user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Community Need Input: A user-friendly form to describe the community's specific needs.</a:t>
            </a:r>
          </a:p>
          <a:p>
            <a:pPr>
              <a:defRPr sz="1600"/>
            </a:pPr>
            <a:r>
              <a:t>• Resource Specification: Fields for detailing available volunteers, budget, location, and timeframe.</a:t>
            </a:r>
          </a:p>
          <a:p>
            <a:pPr>
              <a:defRPr sz="1600"/>
            </a:pPr>
            <a:r>
              <a:t>• AI-Powered Plan Generation: Integration with Gemini API to create detailed event plans.</a:t>
            </a:r>
          </a:p>
          <a:p>
            <a:pPr>
              <a:defRPr sz="1600"/>
            </a:pPr>
            <a:r>
              <a:t>• Claymorphism UI: A visually distinct, playful, and modern interface with pastel colors, rounded elements, and soft shadows.</a:t>
            </a:r>
          </a:p>
          <a:p>
            <a:pPr>
              <a:defRPr sz="1600"/>
            </a:pPr>
            <a:r>
              <a:t>• Loading &amp; Error States: Clear visual feedback during AI generation and graceful handling of errors.</a:t>
            </a:r>
          </a:p>
          <a:p>
            <a:pPr>
              <a:defRPr sz="1600"/>
            </a:pPr>
            <a:r>
              <a:t>• Responsive Design: Optimized for both mobile and desktop viewing.</a:t>
            </a:r>
          </a:p>
          <a:p>
            <a:pPr>
              <a:defRPr sz="1600"/>
            </a:pPr>
            <a:r>
              <a:t>• Organized Output Display: The generated event plan is parsed and presented with clear visual hierarchy.</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rPr dirty="0"/>
              <a:t>Technologies:</a:t>
            </a:r>
            <a:endParaRPr sz="1200" b="0" i="0" u="none" strike="noStrike" cap="none" dirty="0">
              <a:solidFill>
                <a:srgbClr val="000000"/>
              </a:solidFill>
              <a:latin typeface="Google Sans"/>
              <a:ea typeface="Google Sans"/>
              <a:cs typeface="Google Sans"/>
              <a:sym typeface="Google Sans"/>
            </a:endParaRPr>
          </a:p>
          <a:p>
            <a:pPr>
              <a:defRPr sz="2000"/>
            </a:pPr>
            <a:r>
              <a:rPr dirty="0"/>
              <a:t>• Frontend Framework: Next.js 16 (App Router)</a:t>
            </a:r>
          </a:p>
          <a:p>
            <a:pPr>
              <a:defRPr sz="2000"/>
            </a:pPr>
            <a:r>
              <a:rPr dirty="0"/>
              <a:t>• Language: TypeScript</a:t>
            </a:r>
          </a:p>
          <a:p>
            <a:pPr>
              <a:defRPr sz="2000"/>
            </a:pPr>
            <a:r>
              <a:rPr dirty="0"/>
              <a:t>• Styling: Tailwind CSS with custom CSS variables</a:t>
            </a:r>
          </a:p>
          <a:p>
            <a:pPr>
              <a:defRPr sz="2000"/>
            </a:pPr>
            <a:r>
              <a:rPr dirty="0"/>
              <a:t>• Icons: </a:t>
            </a:r>
            <a:r>
              <a:rPr dirty="0" err="1"/>
              <a:t>lucide</a:t>
            </a:r>
            <a:r>
              <a:rPr dirty="0"/>
              <a:t>-react</a:t>
            </a:r>
          </a:p>
          <a:p>
            <a:pPr>
              <a:defRPr sz="2000"/>
            </a:pPr>
            <a:r>
              <a:rPr dirty="0"/>
              <a:t>• AI Integration: Gemini API (`gemini-2.5-flash`</a:t>
            </a:r>
            <a:r>
              <a:rPr lang="en-IN" dirty="0"/>
              <a:t>)</a:t>
            </a:r>
            <a:endParaRPr dirty="0"/>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284C3FE7-F413-41A2-103A-F8B68C2D5AE1}"/>
              </a:ext>
            </a:extLst>
          </p:cNvPr>
          <p:cNvPicPr>
            <a:picLocks noChangeAspect="1"/>
          </p:cNvPicPr>
          <p:nvPr/>
        </p:nvPicPr>
        <p:blipFill>
          <a:blip r:embed="rId4"/>
          <a:stretch>
            <a:fillRect/>
          </a:stretch>
        </p:blipFill>
        <p:spPr>
          <a:xfrm>
            <a:off x="1170432" y="1338807"/>
            <a:ext cx="6803136" cy="35735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https://eventplanner-sc.vercel.app/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477</Words>
  <Application>Microsoft Office PowerPoint</Application>
  <PresentationFormat>On-screen Show (16:9)</PresentationFormat>
  <Paragraphs>37</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2026-04-26T18:13:56Z</dcterms:modified>
</cp:coreProperties>
</file>