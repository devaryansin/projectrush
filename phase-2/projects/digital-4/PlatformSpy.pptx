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1"/>
  </p:notesMasterIdLst>
  <p:sldIdLst>
    <p:sldId id="257" r:id="rId3"/>
    <p:sldId id="258" r:id="rId4"/>
    <p:sldId id="259" r:id="rId5"/>
    <p:sldId id="260" r:id="rId6"/>
    <p:sldId id="264" r:id="rId7"/>
    <p:sldId id="266" r:id="rId8"/>
    <p:sldId id="268" r:id="rId9"/>
    <p:sldId id="270" r:id="rId10"/>
  </p:sldIdLst>
  <p:sldSz cx="9144000" cy="5143500" type="screen16x9"/>
  <p:notesSz cx="6858000" cy="9144000"/>
  <p:embeddedFontLst>
    <p:embeddedFont>
      <p:font typeface="Google Sans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2" y="72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c07f7ad1a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c07f7ad1a1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07f7ad1a1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342900">
              <a:buSzPts val="1800"/>
              <a:buFont typeface="Google Sans"/>
              <a:buAutoNum type="alphaLcPeriod"/>
            </a:pPr>
            <a:r>
              <a:rPr lang="en-GB" sz="18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r>
              <a:rPr lang="en-GB" sz="1800" b="1">
                <a:latin typeface="Google Sans"/>
                <a:ea typeface="Google Sans"/>
                <a:cs typeface="Google Sans"/>
                <a:sym typeface="Google Sans"/>
              </a:rPr>
              <a:t> Digital Asset Protection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400" b="1"/>
            </a:pPr>
            <a:r>
              <a:t>Brief: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000"/>
            </a:pPr>
            <a:r>
              <a:t>• PlatformSpy identifies and mitigates digital content misappropriation risks for sports organizations by analyzing platform-specific IP theft vulnerabilities and offering actionable defensive strategies.</a:t>
            </a: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Opportunities: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Differentiation: Unique hacker terminal UI and specialized focus on digital sports media IP.</a:t>
            </a:r>
          </a:p>
          <a:p>
            <a:pPr>
              <a:defRPr sz="1600"/>
            </a:pPr>
            <a:r>
              <a:t>• Problem Solving Approach: Proactive risk assessment and tailored defense recommendations for content creators.</a:t>
            </a:r>
          </a:p>
          <a:p>
            <a:pPr>
              <a:defRPr sz="1600"/>
            </a:pPr>
            <a:r>
              <a:t>• USP: Near real-time content authentication and anomaly detection for digital assets across various platforms.</a:t>
            </a: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Features: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Platform Risk Profiling: Generates detailed IP theft risk assessments for user-specified platforms.</a:t>
            </a:r>
          </a:p>
          <a:p>
            <a:pPr>
              <a:defRPr sz="1600"/>
            </a:pPr>
            <a:r>
              <a:t>• IP Enforcement Ratings: Provides an A-F grade for platform IP enforcement with detailed reasoning.</a:t>
            </a:r>
          </a:p>
          <a:p>
            <a:pPr>
              <a:defRPr sz="1600"/>
            </a:pPr>
            <a:r>
              <a:t>• Common Theft Vectors: Identifies the top 3 methods of content theft specific to each platform.</a:t>
            </a:r>
          </a:p>
          <a:p>
            <a:pPr>
              <a:defRPr sz="1600"/>
            </a:pPr>
            <a:r>
              <a:t>• Personal Exposure Level: Assesses the user's individual risk based on account size and content type.</a:t>
            </a:r>
          </a:p>
          <a:p>
            <a:pPr>
              <a:defRPr sz="1600"/>
            </a:pPr>
            <a:r>
              <a:t>• Defensive Tactics: Offers 4 actionable, platform-specific strategies to protect digital assets.</a:t>
            </a:r>
          </a:p>
          <a:p>
            <a:pPr>
              <a:defRPr sz="1600"/>
            </a:pPr>
            <a:r>
              <a:t>• Interactive Terminal UI: Immersive, retro-futuristic hacker aesthetic with green-on-black theme.</a:t>
            </a:r>
          </a:p>
          <a:p>
            <a:pPr>
              <a:defRPr sz="1600"/>
            </a:pPr>
            <a:r>
              <a:t>• Dynamic Loading States: Visual feedback during analysis and data fetching.</a:t>
            </a:r>
          </a:p>
          <a:p>
            <a:pPr>
              <a:defRPr sz="1600"/>
            </a:pPr>
            <a:r>
              <a:t>• Responsive Design: Optimized for both desktop and mobile viewing.</a:t>
            </a: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400" b="1"/>
            </a:pPr>
            <a:r>
              <a:t>Technologies:</a:t>
            </a:r>
            <a:endParaRPr sz="12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000"/>
            </a:pPr>
            <a:r>
              <a:t>• Frontend: Next.js 16, React, TypeScript, Tailwind CSS</a:t>
            </a:r>
          </a:p>
          <a:p>
            <a:pPr>
              <a:defRPr sz="2000"/>
            </a:pPr>
            <a:r>
              <a:t>• Icons: Lucide React</a:t>
            </a:r>
          </a:p>
          <a:p>
            <a:pPr>
              <a:defRPr sz="2000"/>
            </a:pPr>
            <a:r>
              <a:t>• Backend API: Next.js API Routes (app/api/generate/route.ts)</a:t>
            </a:r>
          </a:p>
          <a:p>
            <a:pPr>
              <a:defRPr sz="2000"/>
            </a:pPr>
            <a:r>
              <a:t>• AI Integration: Gemini API (gemini-2.5-flash)</a:t>
            </a:r>
          </a:p>
          <a:p>
            <a:pPr>
              <a:defRPr sz="2000"/>
            </a:pPr>
            <a:r>
              <a:t>• Styling: Custom CSS variables, Monospace fonts (Google Fonts)</a:t>
            </a: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B6C14FA-8A95-ABD8-D242-6D14401BA2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4266" y="1454025"/>
            <a:ext cx="6754368" cy="3683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Links: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42900">
              <a:buSzPts val="1800"/>
              <a:buFont typeface="Google Sans"/>
              <a:buAutoNum type="arabicPeriod"/>
            </a:pP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Working Prototype Link: https://platformspy-sc.vercel.app/</a:t>
            </a:r>
            <a:endParaRPr sz="18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302</Words>
  <Application>Microsoft Office PowerPoint</Application>
  <PresentationFormat>On-screen Show (16:9)</PresentationFormat>
  <Paragraphs>31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Google Sans</vt:lpstr>
      <vt:lpstr>Arial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Aryan Singh</cp:lastModifiedBy>
  <cp:revision>4</cp:revision>
  <dcterms:modified xsi:type="dcterms:W3CDTF">2026-04-26T18:02:40Z</dcterms:modified>
</cp:coreProperties>
</file>