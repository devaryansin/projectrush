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45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Rapid Crisis Response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PostMortemPro is a web application that streamlines hospitality crisis response by automatically generating detailed incident post-mortem reports. It acts as a central hub for incident information, transforming raw input into actionable insights for future prevention.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Specializes in the hospitality sector's unique emergency needs.</a:t>
            </a:r>
          </a:p>
          <a:p>
            <a:pPr>
              <a:defRPr sz="1600"/>
            </a:pPr>
            <a:r>
              <a:t>• Problem Solving Approach: Automates the complex and time-consuming post-mortem report generation process.</a:t>
            </a:r>
          </a:p>
          <a:p>
            <a:pPr>
              <a:defRPr sz="1600"/>
            </a:pPr>
            <a:r>
              <a:t>• USP: Provides a structured, actionable post-mortem report using AI, ensuring consistent quality and detail.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Crisis Incident Reporting: User-friendly form to capture incident details.</a:t>
            </a:r>
          </a:p>
          <a:p>
            <a:pPr>
              <a:defRPr sz="1600"/>
            </a:pPr>
            <a:r>
              <a:t>• AI-Powered Report Generation: Automatically creates structured post-mortem reports using Gemini API.</a:t>
            </a:r>
          </a:p>
          <a:p>
            <a:pPr>
              <a:defRPr sz="1600"/>
            </a:pPr>
            <a:r>
              <a:t>• Structured Output: Reports include Executive Summary, Timeline, Root Cause Analysis, What Worked, What Failed, and Prevention Plan.</a:t>
            </a:r>
          </a:p>
          <a:p>
            <a:pPr>
              <a:defRPr sz="1600"/>
            </a:pPr>
            <a:r>
              <a:t>• Paper/Editorial UI Style: Clean, readable, and trustworthy interface with serif fonts and a muted color scheme.</a:t>
            </a:r>
          </a:p>
          <a:p>
            <a:pPr>
              <a:defRPr sz="1600"/>
            </a:pPr>
            <a:r>
              <a:t>• Loading and Error Handling: Provides clear user feedback during report generation and for errors.</a:t>
            </a:r>
          </a:p>
          <a:p>
            <a:pPr>
              <a:defRPr sz="1600"/>
            </a:pPr>
            <a:r>
              <a:t>• Responsive Design: Ensures usability across all devices.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Next.js 16 (App Router)</a:t>
            </a:r>
          </a:p>
          <a:p>
            <a:pPr>
              <a:defRPr sz="2000"/>
            </a:pPr>
            <a:r>
              <a:rPr dirty="0"/>
              <a:t>• TypeScript</a:t>
            </a:r>
          </a:p>
          <a:p>
            <a:pPr>
              <a:defRPr sz="2000"/>
            </a:pPr>
            <a:r>
              <a:rPr dirty="0"/>
              <a:t>• Tailwind CSS</a:t>
            </a:r>
          </a:p>
          <a:p>
            <a:pPr>
              <a:defRPr sz="2000"/>
            </a:pPr>
            <a:r>
              <a:rPr dirty="0"/>
              <a:t>• Gemini API (gemini-2.5-flash)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Lucide</a:t>
            </a:r>
            <a:r>
              <a:rPr dirty="0"/>
              <a:t> React (Icons)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2576E7-CC39-3FEC-D61C-442E0CF77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692" y="1372249"/>
            <a:ext cx="4188615" cy="368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https://postmortempro-sc.vercel.app/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258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2026-04-26T17:58:42Z</dcterms:modified>
</cp:coreProperties>
</file>