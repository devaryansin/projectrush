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a:solidFill>
                  <a:srgbClr val="000000"/>
                </a:solidFill>
                <a:latin typeface="Google Sans"/>
                <a:ea typeface="Google Sans"/>
                <a:cs typeface="Google Sans"/>
                <a:sym typeface="Google Sans"/>
              </a:rPr>
              <a:t>Problem Statement:</a:t>
            </a:r>
            <a:r>
              <a:rPr lang="en-GB" sz="1800" b="1">
                <a:latin typeface="Google Sans"/>
                <a:ea typeface="Google Sans"/>
                <a:cs typeface="Google Sans"/>
                <a:sym typeface="Google Sans"/>
              </a:rPr>
              <a:t> Smart Supply Chains</a:t>
            </a:r>
            <a:r>
              <a:rPr lang="en-GB" sz="1800" b="1" i="0" u="none" strike="noStrike" cap="none">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Brief:</a:t>
            </a:r>
            <a:endParaRPr sz="1800" b="0" i="0" u="none" strike="noStrike" cap="none" dirty="0">
              <a:solidFill>
                <a:srgbClr val="000000"/>
              </a:solidFill>
              <a:latin typeface="Google Sans"/>
              <a:ea typeface="Google Sans"/>
              <a:cs typeface="Google Sans"/>
              <a:sym typeface="Google Sans"/>
            </a:endParaRPr>
          </a:p>
          <a:p>
            <a:pPr>
              <a:defRPr sz="2000"/>
            </a:pPr>
            <a:r>
              <a:t>• DemandSignal is a web application that uses AI to predict near-term demand shifts in supply chains. It analyzes market signals provided by users to offer demand direction, magnitude, confidence levels, leading indicators, and inventory recommendations, helping businesses preemptively manage potential disruptions.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Proactive demand forecasting powered by advanced AI.</a:t>
            </a:r>
          </a:p>
          <a:p>
            <a:pPr>
              <a:defRPr sz="1600"/>
            </a:pPr>
            <a:r>
              <a:t>• Unique Claymorphism UI for an engaging and modern user experience.</a:t>
            </a:r>
          </a:p>
          <a:p>
            <a:pPr>
              <a:defRPr sz="1600"/>
            </a:pPr>
            <a:r>
              <a:t>• Focus on actionable insights for inventory and route optimization.</a:t>
            </a:r>
          </a:p>
          <a:p>
            <a:pPr>
              <a:defRPr sz="1600"/>
            </a:pPr>
            <a:r>
              <a:t>• Problem Solving Approach:</a:t>
            </a:r>
          </a:p>
          <a:p>
            <a:pPr>
              <a:defRPr sz="1600"/>
            </a:pPr>
            <a:r>
              <a:t>• Leverages AI to analyze qualitative market data into quantifiable demand predictions.</a:t>
            </a:r>
          </a:p>
          <a:p>
            <a:pPr>
              <a:defRPr sz="1600"/>
            </a:pPr>
            <a:r>
              <a:t>• Provides early warning system for supply chain volatility.</a:t>
            </a:r>
          </a:p>
          <a:p>
            <a:pPr>
              <a:defRPr sz="1600"/>
            </a:pPr>
            <a:r>
              <a:t>• Offers concrete inventory management advice based on predictions.</a:t>
            </a:r>
          </a:p>
          <a:p>
            <a:pPr>
              <a:defRPr sz="1600"/>
            </a:pPr>
            <a:r>
              <a:t>• USP:</a:t>
            </a:r>
          </a:p>
          <a:p>
            <a:pPr>
              <a:defRPr sz="1600"/>
            </a:pPr>
            <a:r>
              <a:t>• Near real-time demand shift prediction with confidence scoring.</a:t>
            </a:r>
          </a:p>
          <a:p>
            <a:pPr>
              <a:defRPr sz="1600"/>
            </a:pPr>
            <a:r>
              <a:t>• Explanations of AI logic and identification of key influencing factors.</a:t>
            </a:r>
          </a:p>
          <a:p>
            <a:pPr>
              <a:defRPr sz="1600"/>
            </a:pPr>
            <a:r>
              <a:t>• Seamless integration of AI analysis into an intuitive user interface.</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User input form for industry, market signals, and inventory levels.</a:t>
            </a:r>
          </a:p>
          <a:p>
            <a:pPr>
              <a:defRPr sz="1600"/>
            </a:pPr>
            <a:r>
              <a:t>• Dynamic loading state for AI processing.</a:t>
            </a:r>
          </a:p>
          <a:p>
            <a:pPr>
              <a:defRPr sz="1600"/>
            </a:pPr>
            <a:r>
              <a:t>• Structured display of AI-generated demand prediction:</a:t>
            </a:r>
          </a:p>
          <a:p>
            <a:pPr>
              <a:defRPr sz="1600"/>
            </a:pPr>
            <a:r>
              <a:t>• Prediction Direction (Up/Down/Stable)</a:t>
            </a:r>
          </a:p>
          <a:p>
            <a:pPr>
              <a:defRPr sz="1600"/>
            </a:pPr>
            <a:r>
              <a:t>• Magnitude Estimate</a:t>
            </a:r>
          </a:p>
          <a:p>
            <a:pPr>
              <a:defRPr sz="1600"/>
            </a:pPr>
            <a:r>
              <a:t>• Confidence Level</a:t>
            </a:r>
          </a:p>
          <a:p>
            <a:pPr>
              <a:defRPr sz="1600"/>
            </a:pPr>
            <a:r>
              <a:t>• Leading Indicators to Watch</a:t>
            </a:r>
          </a:p>
          <a:p>
            <a:pPr>
              <a:defRPr sz="1600"/>
            </a:pPr>
            <a:r>
              <a:t>• Inventory Recommendation</a:t>
            </a:r>
          </a:p>
          <a:p>
            <a:pPr>
              <a:defRPr sz="1600"/>
            </a:pPr>
            <a:r>
              <a:t>• Error handling with user-friendly messages.</a:t>
            </a:r>
          </a:p>
          <a:p>
            <a:pPr>
              <a:defRPr sz="1600"/>
            </a:pPr>
            <a:r>
              <a:t>• Responsive design for optimal viewing on all devices.</a:t>
            </a:r>
          </a:p>
          <a:p>
            <a:pPr>
              <a:defRPr sz="1600"/>
            </a:pPr>
            <a:r>
              <a:t>• Prominent display of Tool Name and Tagline.</a:t>
            </a:r>
          </a:p>
          <a:p>
            <a:pPr>
              <a:defRPr sz="1600"/>
            </a:pPr>
            <a:r>
              <a:t>• Claymorphism UI style for a playful and modern aesthetic.</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rPr dirty="0"/>
              <a:t>Technologies:</a:t>
            </a:r>
            <a:endParaRPr sz="1200" b="0" i="0" u="none" strike="noStrike" cap="none" dirty="0">
              <a:solidFill>
                <a:srgbClr val="000000"/>
              </a:solidFill>
              <a:latin typeface="Google Sans"/>
              <a:ea typeface="Google Sans"/>
              <a:cs typeface="Google Sans"/>
              <a:sym typeface="Google Sans"/>
            </a:endParaRPr>
          </a:p>
          <a:p>
            <a:pPr>
              <a:defRPr sz="2000"/>
            </a:pPr>
            <a:r>
              <a:rPr dirty="0"/>
              <a:t>• Frontend: Next.js 16, React, TypeScript, Tailwind CSS, </a:t>
            </a:r>
            <a:r>
              <a:rPr dirty="0" err="1"/>
              <a:t>Lucide</a:t>
            </a:r>
            <a:r>
              <a:rPr dirty="0"/>
              <a:t> React Icons.</a:t>
            </a:r>
          </a:p>
          <a:p>
            <a:pPr>
              <a:defRPr sz="2000"/>
            </a:pPr>
            <a:r>
              <a:rPr dirty="0"/>
              <a:t>• Backend: Next.js API Routes.</a:t>
            </a:r>
          </a:p>
          <a:p>
            <a:pPr>
              <a:defRPr sz="2000"/>
            </a:pPr>
            <a:r>
              <a:rPr dirty="0"/>
              <a:t>• AI Integration: Gemini API (`gemini-2.5-flash`).</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Snapshots of the MVP:</a:t>
            </a:r>
            <a:endParaRPr sz="1800"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99FE2EA9-C107-B5CE-B53E-AA748AE90777}"/>
              </a:ext>
            </a:extLst>
          </p:cNvPr>
          <p:cNvPicPr>
            <a:picLocks noChangeAspect="1"/>
          </p:cNvPicPr>
          <p:nvPr/>
        </p:nvPicPr>
        <p:blipFill>
          <a:blip r:embed="rId4"/>
          <a:stretch>
            <a:fillRect/>
          </a:stretch>
        </p:blipFill>
        <p:spPr>
          <a:xfrm>
            <a:off x="890016" y="1285229"/>
            <a:ext cx="7363968" cy="38582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https://demandsignal-sc.vercel.app/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333</Words>
  <Application>Microsoft Office PowerPoint</Application>
  <PresentationFormat>On-screen Show (16:9)</PresentationFormat>
  <Paragraphs>42</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2026-04-26T18:09:27Z</dcterms:modified>
</cp:coreProperties>
</file>