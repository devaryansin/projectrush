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a:t>
            </a:r>
            <a:r>
              <a:rPr lang="en-GB" sz="1800" b="1" dirty="0">
                <a:latin typeface="Google Sans"/>
                <a:ea typeface="Google Sans"/>
                <a:cs typeface="Google Sans"/>
                <a:sym typeface="Google Sans"/>
              </a:rPr>
              <a:t> Digital Asset Protection</a:t>
            </a:r>
            <a:r>
              <a:rPr lang="en-GB" sz="1800" b="1" i="0" u="none" strike="noStrike" cap="none" dirty="0">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t>Brief:</a:t>
            </a:r>
            <a:endParaRPr sz="1800" b="0" i="0" u="none" strike="noStrike" cap="none" dirty="0">
              <a:solidFill>
                <a:srgbClr val="000000"/>
              </a:solidFill>
              <a:latin typeface="Google Sans"/>
              <a:ea typeface="Google Sans"/>
              <a:cs typeface="Google Sans"/>
              <a:sym typeface="Google Sans"/>
            </a:endParaRPr>
          </a:p>
          <a:p>
            <a:pPr>
              <a:defRPr sz="2000"/>
            </a:pPr>
            <a:r>
              <a:t>• WatermarkIQ is a digital asset protection platform designed for sports organizations. It generates invisible steganographic watermarks and cryptographic ownership signatures for digital media, helping to identify, track, and flag unauthorized use across the internet.</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 Offers advanced IP protection for the high-volume digital media market in sports.</a:t>
            </a:r>
          </a:p>
          <a:p>
            <a:pPr>
              <a:defRPr sz="1600"/>
            </a:pPr>
            <a:r>
              <a:t>• Problem Solving Approach: Leverages AI for robust, scalable, and near real-time digital asset authentication.</a:t>
            </a:r>
          </a:p>
          <a:p>
            <a:pPr>
              <a:defRPr sz="1600"/>
            </a:pPr>
            <a:r>
              <a:t>• USP: Provides unique, invisible watermarking and traceable ownership signatures to combat digital misappropriation and IP violations.</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User-friendly input form for asset details.</a:t>
            </a:r>
          </a:p>
          <a:p>
            <a:pPr>
              <a:defRPr sz="1600"/>
            </a:pPr>
            <a:r>
              <a:t>• AI-powered generation of invisible watermarks and ownership signatures.</a:t>
            </a:r>
          </a:p>
          <a:p>
            <a:pPr>
              <a:defRPr sz="1600"/>
            </a:pPr>
            <a:r>
              <a:t>• Clear display of generated signatures and embedding instructions.</a:t>
            </a:r>
          </a:p>
          <a:p>
            <a:pPr>
              <a:defRPr sz="1600"/>
            </a:pPr>
            <a:r>
              <a:t>• Loading and error handling with user-friendly feedback.</a:t>
            </a:r>
          </a:p>
          <a:p>
            <a:pPr>
              <a:defRPr sz="1600"/>
            </a:pPr>
            <a:r>
              <a:t>• Responsive design for all devices.</a:t>
            </a:r>
          </a:p>
          <a:p>
            <a:pPr>
              <a:defRPr sz="1600"/>
            </a:pPr>
            <a:r>
              <a:t>• Brutalist UI for a bold, attention-grabbing aesthetic.</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t>Technologies:</a:t>
            </a:r>
            <a:endParaRPr sz="1200" b="0" i="0" u="none" strike="noStrike" cap="none" dirty="0">
              <a:solidFill>
                <a:srgbClr val="000000"/>
              </a:solidFill>
              <a:latin typeface="Google Sans"/>
              <a:ea typeface="Google Sans"/>
              <a:cs typeface="Google Sans"/>
              <a:sym typeface="Google Sans"/>
            </a:endParaRPr>
          </a:p>
          <a:p>
            <a:pPr>
              <a:defRPr sz="2000"/>
            </a:pPr>
            <a:r>
              <a:t>• Next.js 16 (App Router)</a:t>
            </a:r>
          </a:p>
          <a:p>
            <a:pPr>
              <a:defRPr sz="2000"/>
            </a:pPr>
            <a:r>
              <a:t>• TypeScript</a:t>
            </a:r>
          </a:p>
          <a:p>
            <a:pPr>
              <a:defRPr sz="2000"/>
            </a:pPr>
            <a:r>
              <a:t>• Tailwind CSS</a:t>
            </a:r>
          </a:p>
          <a:p>
            <a:pPr>
              <a:defRPr sz="2000"/>
            </a:pPr>
            <a:r>
              <a:t>• Gemini API (gemini-2.5-flash)</a:t>
            </a:r>
          </a:p>
          <a:p>
            <a:pPr>
              <a:defRPr sz="2000"/>
            </a:pPr>
            <a:r>
              <a:t>• Lucide-React for icons</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Snapshots of the MVP:</a:t>
            </a:r>
            <a:endParaRPr sz="1800" b="0" i="0" u="none" strike="noStrike" cap="none" dirty="0">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BF98D245-2B61-CC28-A61B-B91498BFE773}"/>
              </a:ext>
            </a:extLst>
          </p:cNvPr>
          <p:cNvPicPr>
            <a:picLocks noChangeAspect="1"/>
          </p:cNvPicPr>
          <p:nvPr/>
        </p:nvPicPr>
        <p:blipFill>
          <a:blip r:embed="rId4"/>
          <a:stretch>
            <a:fillRect/>
          </a:stretch>
        </p:blipFill>
        <p:spPr>
          <a:xfrm>
            <a:off x="2090291" y="1252926"/>
            <a:ext cx="4963417" cy="38905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https://watermarkiq-sc.vercel.app/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219</Words>
  <Application>Microsoft Office PowerPoint</Application>
  <PresentationFormat>On-screen Show (16:9)</PresentationFormat>
  <Paragraphs>29</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4</cp:revision>
  <dcterms:modified xsi:type="dcterms:W3CDTF">2026-04-26T18:00:09Z</dcterms:modified>
</cp:coreProperties>
</file>