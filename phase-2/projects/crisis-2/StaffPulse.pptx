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Rapid Crisis Response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StaffPulse provides instant, synthesized crisis response coordination for hospitality venues, bridging communication gaps between staff and emergency services.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Real-time, AI-powered synthesis of fragmented crisis communications.</a:t>
            </a:r>
          </a:p>
          <a:p>
            <a:pPr>
              <a:defRPr sz="1600"/>
            </a:pPr>
            <a:r>
              <a:t>• Problem Solving Approach: Centralizes critical incident information, enabling rapid, informed decision-making.</a:t>
            </a:r>
          </a:p>
          <a:p>
            <a:pPr>
              <a:defRPr sz="1600"/>
            </a:pPr>
            <a:r>
              <a:t>• USP: Live team status synthesis and AI-driven redeployment recommendations for optimized crisis management.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Real-time Staff Check-in Forms</a:t>
            </a:r>
          </a:p>
          <a:p>
            <a:pPr>
              <a:defRPr sz="1600"/>
            </a:pPr>
            <a:r>
              <a:t>• AI-powered Crisis Situation Synthesis</a:t>
            </a:r>
          </a:p>
          <a:p>
            <a:pPr>
              <a:defRPr sz="1600"/>
            </a:pPr>
            <a:r>
              <a:t>• Visual Team Status Map</a:t>
            </a:r>
          </a:p>
          <a:p>
            <a:pPr>
              <a:defRPr sz="1600"/>
            </a:pPr>
            <a:r>
              <a:t>• Zone Coverage Assessment</a:t>
            </a:r>
          </a:p>
          <a:p>
            <a:pPr>
              <a:defRPr sz="1600"/>
            </a:pPr>
            <a:r>
              <a:t>• Identification of Coverage Gaps</a:t>
            </a:r>
          </a:p>
          <a:p>
            <a:pPr>
              <a:defRPr sz="1600"/>
            </a:pPr>
            <a:r>
              <a:t>• Redeployment Recommendations</a:t>
            </a:r>
          </a:p>
          <a:p>
            <a:pPr>
              <a:defRPr sz="1600"/>
            </a:pPr>
            <a:r>
              <a:t>• Loading and Error State Handling</a:t>
            </a:r>
          </a:p>
          <a:p>
            <a:pPr>
              <a:defRPr sz="1600"/>
            </a:pPr>
            <a:r>
              <a:t>• Responsive Neomorphism UI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Next.js 16</a:t>
            </a:r>
          </a:p>
          <a:p>
            <a:pPr>
              <a:defRPr sz="2000"/>
            </a:pPr>
            <a:r>
              <a:t>• React</a:t>
            </a:r>
          </a:p>
          <a:p>
            <a:pPr>
              <a:defRPr sz="2000"/>
            </a:pPr>
            <a:r>
              <a:t>• TypeScript</a:t>
            </a:r>
          </a:p>
          <a:p>
            <a:pPr>
              <a:defRPr sz="2000"/>
            </a:pPr>
            <a:r>
              <a:t>• Tailwind CSS</a:t>
            </a:r>
          </a:p>
          <a:p>
            <a:pPr>
              <a:defRPr sz="2000"/>
            </a:pPr>
            <a:r>
              <a:t>• Gemini API</a:t>
            </a:r>
          </a:p>
          <a:p>
            <a:pPr>
              <a:defRPr sz="2000"/>
            </a:pPr>
            <a:r>
              <a:t>• Lucide React Icons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8C2C9A-1FA0-951D-9F9E-176092EC4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487" y="1210217"/>
            <a:ext cx="5741025" cy="39332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https://staffpulse-sc.vercel.app/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168</Words>
  <Application>Microsoft Office PowerPoint</Application>
  <PresentationFormat>On-screen Show (16:9)</PresentationFormat>
  <Paragraphs>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2026-04-26T17:55:09Z</dcterms:modified>
</cp:coreProperties>
</file>