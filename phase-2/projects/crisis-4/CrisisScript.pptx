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1"/>
  </p:notesMasterIdLst>
  <p:sldIdLst>
    <p:sldId id="257" r:id="rId3"/>
    <p:sldId id="258" r:id="rId4"/>
    <p:sldId id="259" r:id="rId5"/>
    <p:sldId id="260" r:id="rId6"/>
    <p:sldId id="264" r:id="rId7"/>
    <p:sldId id="266" r:id="rId8"/>
    <p:sldId id="268" r:id="rId9"/>
    <p:sldId id="270" r:id="rId10"/>
  </p:sldIdLst>
  <p:sldSz cx="9144000" cy="5143500" type="screen16x9"/>
  <p:notesSz cx="6858000" cy="9144000"/>
  <p:embeddedFontLst>
    <p:embeddedFont>
      <p:font typeface="Google Sans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2" y="72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58792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42900"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Rapid Crisis Response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400" b="1"/>
            </a:pPr>
            <a:r>
              <a:t>Brief: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000"/>
            </a:pPr>
            <a:r>
              <a:t>• CrisisScript offers an instant, AI-powered solution for hospitality venues to generate essential crisis communication scripts. It bridges the gap between emergency detection and coordinated response by providing clear, channel-specific messaging for guests, staff, and public announcements, all within a retro-hacker terminal aesthetic.</a:t>
            </a: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Opportunities: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Differentiation: Unique retro terminal UI combined with critical AI-driven communication tools.</a:t>
            </a:r>
          </a:p>
          <a:p>
            <a:pPr>
              <a:defRPr sz="1600"/>
            </a:pPr>
            <a:r>
              <a:t>• Problem Solving Approach: Addresses fragmented communication during emergencies by centralizing script generation.</a:t>
            </a:r>
          </a:p>
          <a:p>
            <a:pPr>
              <a:defRPr sz="1600"/>
            </a:pPr>
            <a:r>
              <a:t>• USP: Instantaneous, tailored crisis script generation (PA, Staff, Social Media) with a distinct, memorable user interface.</a:t>
            </a: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Features: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Intuitive Terminal-Style Input Form</a:t>
            </a:r>
          </a:p>
          <a:p>
            <a:pPr>
              <a:defRPr sz="1600"/>
            </a:pPr>
            <a:r>
              <a:t>• AI-Powered Script Generation (PA, Staff Briefing, Social Media)</a:t>
            </a:r>
          </a:p>
          <a:p>
            <a:pPr>
              <a:defRPr sz="1600"/>
            </a:pPr>
            <a:r>
              <a:t>• Loading &amp; Error State Handling</a:t>
            </a:r>
          </a:p>
          <a:p>
            <a:pPr>
              <a:defRPr sz="1600"/>
            </a:pPr>
            <a:r>
              <a:t>• Responsive Design for all Devices</a:t>
            </a:r>
          </a:p>
          <a:p>
            <a:pPr>
              <a:defRPr sz="1600"/>
            </a:pPr>
            <a:r>
              <a:t>• Prominent Branding &amp; Tagline Display</a:t>
            </a: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400" b="1"/>
            </a:pPr>
            <a:r>
              <a:rPr dirty="0"/>
              <a:t>Technologies:</a:t>
            </a:r>
            <a:endParaRPr sz="12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000"/>
            </a:pPr>
            <a:r>
              <a:rPr dirty="0"/>
              <a:t>• Next.js 16 (App Router)</a:t>
            </a:r>
          </a:p>
          <a:p>
            <a:pPr>
              <a:defRPr sz="2000"/>
            </a:pPr>
            <a:r>
              <a:rPr dirty="0"/>
              <a:t>• TypeScript</a:t>
            </a:r>
          </a:p>
          <a:p>
            <a:pPr>
              <a:defRPr sz="2000"/>
            </a:pPr>
            <a:r>
              <a:rPr dirty="0"/>
              <a:t>• Tailwind CSS</a:t>
            </a:r>
          </a:p>
          <a:p>
            <a:pPr>
              <a:defRPr sz="2000"/>
            </a:pPr>
            <a:r>
              <a:rPr dirty="0"/>
              <a:t>• Gemini API (Gemini-2.5-Flash)</a:t>
            </a:r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Lucide</a:t>
            </a:r>
            <a:r>
              <a:rPr dirty="0"/>
              <a:t>-React Icons</a:t>
            </a:r>
          </a:p>
          <a:p>
            <a:pPr>
              <a:defRPr sz="2000"/>
            </a:pPr>
            <a:r>
              <a:rPr dirty="0"/>
              <a:t>• Google Fonts (Monospace)</a:t>
            </a: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ED5441A-8B47-0F32-BEF7-1834F2CCA9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6896" y="1186272"/>
            <a:ext cx="5641330" cy="39572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Links: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>
              <a:buSzPts val="1800"/>
              <a:buFont typeface="Google Sans"/>
              <a:buAutoNum type="arabicPeriod"/>
            </a:pP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Working Prototype Link: https://crisisscript-sc.vercel.app/</a:t>
            </a:r>
            <a:endParaRPr sz="18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215</Words>
  <Application>Microsoft Office PowerPoint</Application>
  <PresentationFormat>On-screen Show (16:9)</PresentationFormat>
  <Paragraphs>29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Google Sans</vt:lpstr>
      <vt:lpstr>Arial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Aryan Singh</cp:lastModifiedBy>
  <cp:revision>4</cp:revision>
  <dcterms:modified xsi:type="dcterms:W3CDTF">2026-04-26T17:56:57Z</dcterms:modified>
</cp:coreProperties>
</file>