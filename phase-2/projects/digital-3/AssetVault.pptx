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Digital Asset Protection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A sophisticated platform for sports organizations to identify, track, and flag unauthorized use of their digital media assets, providing a clear vulnerability ranking and actionable protection strategies.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Specializes in high-value digital sports media, a niche with significant IP risk.</a:t>
            </a:r>
          </a:p>
          <a:p>
            <a:pPr>
              <a:defRPr sz="1600"/>
            </a:pPr>
            <a:r>
              <a:t>• Problem Solving Approach: Leverages AI for automated risk assessment and provides tailored security recommendations.</a:t>
            </a:r>
          </a:p>
          <a:p>
            <a:pPr>
              <a:defRPr sz="1600"/>
            </a:pPr>
            <a:r>
              <a:t>• USP: Real-time threat identification and proactive IP protection for sports media.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Interactive Input Form: Intuitive interface for describing media assets, platforms, access levels, and commercial value.</a:t>
            </a:r>
          </a:p>
          <a:p>
            <a:pPr>
              <a:defRPr sz="1600"/>
            </a:pPr>
            <a:r>
              <a:t>• AI-Powered Vulnerability Ranking: Gemini analyzes input to score and rank asset types by theft risk.</a:t>
            </a:r>
          </a:p>
          <a:p>
            <a:pPr>
              <a:defRPr sz="1600"/>
            </a:pPr>
            <a:r>
              <a:t>• Detailed Risk Analysis: Explains why assets are at risk, identifies exposure platforms, and suggests specific protection actions.</a:t>
            </a:r>
          </a:p>
          <a:p>
            <a:pPr>
              <a:defRPr sz="1600"/>
            </a:pPr>
            <a:r>
              <a:t>• Aurora UI Style: Immersive dark theme with ethereal gradient overlays for a premium, secure feel.</a:t>
            </a:r>
          </a:p>
          <a:p>
            <a:pPr>
              <a:defRPr sz="1600"/>
            </a:pPr>
            <a:r>
              <a:t>• Responsive Design: Fully functional and visually appealing on all devices.</a:t>
            </a:r>
          </a:p>
          <a:p>
            <a:pPr>
              <a:defRPr sz="1600"/>
            </a:pPr>
            <a:r>
              <a:t>• Loading &amp; Error States: Clear visual feedback during processing and user-friendly error messaging.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Frontend: Next.js 16, TypeScript, Tailwind CSS</a:t>
            </a:r>
          </a:p>
          <a:p>
            <a:pPr>
              <a:defRPr sz="2000"/>
            </a:pPr>
            <a:r>
              <a:rPr dirty="0"/>
              <a:t>• Icons: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AI Integration: Gemini API (gemini-2.5-flash)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34E2E-183F-206F-4615-5DBF66AD6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469" y="1374846"/>
            <a:ext cx="5835062" cy="3768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https://assetvault-sc.vercel.app/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261</Words>
  <Application>Microsoft Office PowerPoint</Application>
  <PresentationFormat>On-screen Show (16:9)</PresentationFormat>
  <Paragraphs>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2026-04-26T18:01:59Z</dcterms:modified>
</cp:coreProperties>
</file>