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Smart Resource Allocation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TaskNarrator is a functional MVP web application built with Next.js 16, TypeScript, and Tailwind CSS. It provides a unique terminal-inspired user interface for non-profit organizations to generate emotionally resonant impact stories from completed task data, enhancing donor engagement and support.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Unique UI/UX: Adopts a nostalgic 90s hacker terminal aesthetic, setting it apart from conventional web applications.</a:t>
            </a:r>
          </a:p>
          <a:p>
            <a:pPr>
              <a:defRPr sz="1600"/>
            </a:pPr>
            <a:r>
              <a:t>• AI-Powered Storytelling: Leverages Gemini AI to craft compelling narratives, not just present data.</a:t>
            </a:r>
          </a:p>
          <a:p>
            <a:pPr>
              <a:defRPr sz="1600"/>
            </a:pPr>
            <a:r>
              <a:t>• Focused Utility: Specifically targets the need for clear, motivational communication in the non-profit sector.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system addresses the challenge of fragmented community data by:</a:t>
            </a:r>
          </a:p>
          <a:p>
            <a:pPr>
              <a:defRPr sz="1600"/>
            </a:pPr>
            <a:r>
              <a:t>• 1.  Data Aggregation: Providing a single interface to input detailed task completion information.</a:t>
            </a:r>
          </a:p>
          <a:p>
            <a:pPr>
              <a:defRPr sz="1600"/>
            </a:pPr>
            <a:r>
              <a:t>• 2.  AI Transformation: Using Gemini to convert this data into engaging donor narratives.</a:t>
            </a:r>
          </a:p>
          <a:p>
            <a:pPr>
              <a:defRPr sz="1600"/>
            </a:pPr>
            <a:r>
              <a:t>• 3.  Impact Communication: Presenting results in a structured, visually hierarchical format that emphasizes emotional impact and calls to action.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Generates humanized, donor-motivating impact stories from raw task data, using a distinctive terminal UI and advanced AI to clearly demonstrate the tangible social good achieved by non-profit efforts.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Terminal UI: Full command-line interface aesthetic (green-on-black, monospace fonts, styled inputs/buttons).</a:t>
            </a:r>
          </a:p>
          <a:p>
            <a:pPr>
              <a:defRPr sz="1600"/>
            </a:pPr>
            <a:r>
              <a:t>• AI-Driven Story Generation: Input task details (volunteer, beneficiaries, resources, outcomes, location) to generate a donor-facing story.</a:t>
            </a:r>
          </a:p>
          <a:p>
            <a:pPr>
              <a:defRPr sz="1600"/>
            </a:pPr>
            <a:r>
              <a:t>• Dynamic Form: User-friendly input fields styled to match the terminal theme.</a:t>
            </a:r>
          </a:p>
          <a:p>
            <a:pPr>
              <a:defRPr sz="1600"/>
            </a:pPr>
            <a:r>
              <a:t>• Loading States: Visually engaging loading animations while waiting for AI response.</a:t>
            </a:r>
          </a:p>
          <a:p>
            <a:pPr>
              <a:defRPr sz="1600"/>
            </a:pPr>
            <a:r>
              <a:t>• Hierarchical Results Display: Parsed AI output presented with clear sections, headlines, metrics, and calls to action.</a:t>
            </a:r>
          </a:p>
          <a:p>
            <a:pPr>
              <a:defRPr sz="1600"/>
            </a:pPr>
            <a:r>
              <a:t>• Error Handling: Graceful display of user-friendly error messages.</a:t>
            </a:r>
          </a:p>
          <a:p>
            <a:pPr>
              <a:defRPr sz="1600"/>
            </a:pPr>
            <a:r>
              <a:t>• Responsive Design: Fully functional and styled across mobile and desktop devices.</a:t>
            </a:r>
          </a:p>
          <a:p>
            <a:pPr>
              <a:defRPr sz="1600"/>
            </a:pPr>
            <a:r>
              <a:t>• Page Title &amp; Heading: Prominently displays "TaskNarrator" as required.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Frontend Framework: Next.js 16 (App Router)</a:t>
            </a:r>
          </a:p>
          <a:p>
            <a:pPr>
              <a:defRPr sz="2000"/>
            </a:pPr>
            <a:r>
              <a:rPr dirty="0"/>
              <a:t>• Language: TypeScript</a:t>
            </a:r>
          </a:p>
          <a:p>
            <a:pPr>
              <a:defRPr sz="2000"/>
            </a:pPr>
            <a:r>
              <a:rPr dirty="0"/>
              <a:t>• Styling: Tailwind CSS, Custom CSS Variables (`globals.css`)</a:t>
            </a:r>
          </a:p>
          <a:p>
            <a:pPr>
              <a:defRPr sz="2000"/>
            </a:pPr>
            <a:r>
              <a:rPr dirty="0"/>
              <a:t>• Icons: `</a:t>
            </a:r>
            <a:r>
              <a:rPr dirty="0" err="1"/>
              <a:t>lucide</a:t>
            </a:r>
            <a:r>
              <a:rPr dirty="0"/>
              <a:t>-react`</a:t>
            </a:r>
          </a:p>
          <a:p>
            <a:pPr>
              <a:defRPr sz="2000"/>
            </a:pPr>
            <a:r>
              <a:rPr dirty="0"/>
              <a:t>• AI Integration: Gemini API (`gemini-2.5-flash`)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8AEBEB-5B76-4886-D70B-95F3CE9B2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744" y="1454025"/>
            <a:ext cx="6790944" cy="34379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https://tasknarrator-sc.vercel.app/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439</Words>
  <Application>Microsoft Office PowerPoint</Application>
  <PresentationFormat>On-screen Show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5</cp:revision>
  <dcterms:modified xsi:type="dcterms:W3CDTF">2026-04-26T18:14:33Z</dcterms:modified>
</cp:coreProperties>
</file>