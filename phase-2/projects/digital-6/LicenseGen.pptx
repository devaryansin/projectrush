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latin typeface="Google Sans"/>
                <a:ea typeface="Google Sans"/>
                <a:cs typeface="Google Sans"/>
                <a:sym typeface="Google Sans"/>
              </a:rPr>
              <a:t> Digital Asset Protection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LicenseGen automates the generation of bespoke digital media license agreements, addressing the critical need for IP protection in the sports industry. It simplifies the process for organizations to define and enforce terms for their valuable content, safeguarding against unauthorized use and misappropriation.</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 Offers a specialized, AI-driven solution for a niche but high-value market (sports digital media IP).</a:t>
            </a:r>
          </a:p>
          <a:p>
            <a:pPr>
              <a:defRPr sz="1600"/>
            </a:pPr>
            <a:r>
              <a:t>• Problem Solving Approach: Directly tackles the visibility gap and IP vulnerability of scattered digital assets.</a:t>
            </a:r>
          </a:p>
          <a:p>
            <a:pPr>
              <a:defRPr sz="1600"/>
            </a:pPr>
            <a:r>
              <a:t>• USP: Instant generation of legally structured, customizable license agreements with a user-friendly, engaging interface.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Intuitive input form for defining license parameters (asset type, usage rights, territory, etc.).</a:t>
            </a:r>
          </a:p>
          <a:p>
            <a:pPr>
              <a:defRPr sz="1600"/>
            </a:pPr>
            <a:r>
              <a:t>• AI-powered license generation via Gemini API.</a:t>
            </a:r>
          </a:p>
          <a:p>
            <a:pPr>
              <a:defRPr sz="1600"/>
            </a:pPr>
            <a:r>
              <a:t>• Dynamic display of generated license agreements with clear section hierarchy.</a:t>
            </a:r>
          </a:p>
          <a:p>
            <a:pPr>
              <a:defRPr sz="1600"/>
            </a:pPr>
            <a:r>
              <a:t>• Real-time loading and error handling states for a seamless user experience.</a:t>
            </a:r>
          </a:p>
          <a:p>
            <a:pPr>
              <a:defRPr sz="1600"/>
            </a:pPr>
            <a:r>
              <a:t>• Responsive Claymorphism UI design for a modern, approachable feel.</a:t>
            </a:r>
          </a:p>
          <a:p>
            <a:pPr>
              <a:defRPr sz="1600"/>
            </a:pPr>
            <a:r>
              <a:t>• Browser tab and page title set to "LicenseGen".</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Technologies:</a:t>
            </a:r>
            <a:endParaRPr sz="1200" b="0" i="0" u="none" strike="noStrike" cap="none" dirty="0">
              <a:solidFill>
                <a:srgbClr val="000000"/>
              </a:solidFill>
              <a:latin typeface="Google Sans"/>
              <a:ea typeface="Google Sans"/>
              <a:cs typeface="Google Sans"/>
              <a:sym typeface="Google Sans"/>
            </a:endParaRPr>
          </a:p>
          <a:p>
            <a:pPr>
              <a:defRPr sz="2000"/>
            </a:pPr>
            <a:r>
              <a:t>• Next.js 16 (App Router)</a:t>
            </a:r>
          </a:p>
          <a:p>
            <a:pPr>
              <a:defRPr sz="2000"/>
            </a:pPr>
            <a:r>
              <a:t>• TypeScript</a:t>
            </a:r>
          </a:p>
          <a:p>
            <a:pPr>
              <a:defRPr sz="2000"/>
            </a:pPr>
            <a:r>
              <a:t>• Tailwind CSS</a:t>
            </a:r>
          </a:p>
          <a:p>
            <a:pPr>
              <a:defRPr sz="2000"/>
            </a:pPr>
            <a:r>
              <a:t>• Gemini API (gemini-2.5-flash)</a:t>
            </a:r>
          </a:p>
          <a:p>
            <a:pPr>
              <a:defRPr sz="2000"/>
            </a:pPr>
            <a:r>
              <a:t>• Lucide React for icons</a:t>
            </a:r>
          </a:p>
          <a:p>
            <a:pPr>
              <a:defRPr sz="2000"/>
            </a:pPr>
            <a:r>
              <a:t>• Google Fonts (Nunito, Fredoka One)</a:t>
            </a:r>
          </a:p>
          <a:p>
            <a:pPr>
              <a:defRPr sz="2000"/>
            </a:pPr>
            <a:r>
              <a:t>• Constraints:</a:t>
            </a:r>
          </a:p>
          <a:p>
            <a:pPr>
              <a:defRPr sz="2000"/>
            </a:pPr>
            <a:r>
              <a:t>• No markdown like  or ##</a:t>
            </a:r>
          </a:p>
          <a:p>
            <a:pPr>
              <a:defRPr sz="2000"/>
            </a:pPr>
            <a:r>
              <a:t>• No code</a:t>
            </a:r>
          </a:p>
          <a:p>
            <a:pPr>
              <a:defRPr sz="2000"/>
            </a:pPr>
            <a:r>
              <a:t>• Clean bullet points only</a:t>
            </a:r>
          </a:p>
          <a:p>
            <a:pPr>
              <a:defRPr sz="2000"/>
            </a:pPr>
            <a:r>
              <a:t>• Keep concise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A9A6243D-1ADD-DD88-BD70-3AE19613F444}"/>
              </a:ext>
            </a:extLst>
          </p:cNvPr>
          <p:cNvPicPr>
            <a:picLocks noChangeAspect="1"/>
          </p:cNvPicPr>
          <p:nvPr/>
        </p:nvPicPr>
        <p:blipFill>
          <a:blip r:embed="rId4"/>
          <a:stretch>
            <a:fillRect/>
          </a:stretch>
        </p:blipFill>
        <p:spPr>
          <a:xfrm>
            <a:off x="682752" y="1332694"/>
            <a:ext cx="6925056" cy="36465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https://licensegen-sc.vercel.app/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280</Words>
  <Application>Microsoft Office PowerPoint</Application>
  <PresentationFormat>On-screen Show (16:9)</PresentationFormat>
  <Paragraphs>35</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2026-04-26T18:04:16Z</dcterms:modified>
</cp:coreProperties>
</file>