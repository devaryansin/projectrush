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Unbiased AI Decision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ModelCard is a web application that enables users to automatically generate bias-aware documentation for their AI models. It emphasizes ethical AI by identifying and addressing potential biases within models and their training data, providing a structured and visually engaging user experience.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Offers a specialized tool for AI ethics and documentation, combining advanced AI with a premium UI.</a:t>
            </a:r>
          </a:p>
          <a:p>
            <a:pPr>
              <a:defRPr sz="1600"/>
            </a:pPr>
            <a:r>
              <a:t>• Problem Solving Approach: Addresses the critical need for transparency and fairness in AI by providing a clear framework for identifying and mitigating bias.</a:t>
            </a:r>
          </a:p>
          <a:p>
            <a:pPr>
              <a:defRPr sz="1600"/>
            </a:pPr>
            <a:r>
              <a:t>• USP: Seamless integration of AI-driven content generation with a sophisticated, visually immersive Aurora UI, focusing on bias detection and ethical model deployment.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 Model Card Generation: Automatically creates detailed model cards using Gemini API.</a:t>
            </a:r>
          </a:p>
          <a:p>
            <a:pPr>
              <a:defRPr sz="1600"/>
            </a:pPr>
            <a:r>
              <a:t>• Bias-Aware Documentation: Includes dedicated sections for bias risks, recommended mitigations, and fairness checklists.</a:t>
            </a:r>
          </a:p>
          <a:p>
            <a:pPr>
              <a:defRPr sz="1600"/>
            </a:pPr>
            <a:r>
              <a:t>• Immersive Aurora UI: Features a dark, gradient-rich interface with animated ethereal elements.</a:t>
            </a:r>
          </a:p>
          <a:p>
            <a:pPr>
              <a:defRPr sz="1600"/>
            </a:pPr>
            <a:r>
              <a:t>• Interactive Input Form: User-friendly form for model purpose, data, and usage details.</a:t>
            </a:r>
          </a:p>
          <a:p>
            <a:pPr>
              <a:defRPr sz="1600"/>
            </a:pPr>
            <a:r>
              <a:t>• Loading and Error States: Visually distinct loading indicators and user-friendly error handling.</a:t>
            </a:r>
          </a:p>
          <a:p>
            <a:pPr>
              <a:defRPr sz="1600"/>
            </a:pPr>
            <a:r>
              <a:t>• Responsive Design: Optimized for both desktop and mobile viewing.</a:t>
            </a:r>
          </a:p>
          <a:p>
            <a:pPr>
              <a:defRPr sz="1600"/>
            </a:pPr>
            <a:r>
              <a:t>• Client-side Data Fetching: Asynchronous API calls for a smooth user experience.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Frontend: Next.js 16, TypeScript, Tailwind CSS, React</a:t>
            </a:r>
          </a:p>
          <a:p>
            <a:pPr>
              <a:defRPr sz="2000"/>
            </a:pPr>
            <a:r>
              <a:t>• Backend/API: Next.js API Routes, Gemini API (`gemini-2.5-flash`)</a:t>
            </a:r>
          </a:p>
          <a:p>
            <a:pPr>
              <a:defRPr sz="2000"/>
            </a:pPr>
            <a:r>
              <a:t>• Icons: Lucide React</a:t>
            </a:r>
          </a:p>
          <a:p>
            <a:pPr>
              <a:defRPr sz="2000"/>
            </a:pPr>
            <a:r>
              <a:t>• Styling: Custom CSS variables, Google Fonts (e.g., Plus Jakarta Sans)</a:t>
            </a:r>
          </a:p>
          <a:p>
            <a:pPr>
              <a:defRPr sz="2000"/>
            </a:pPr>
            <a:r>
              <a:t>• Deployment: Next.js build (`next build --no-turbo`)</a:t>
            </a:r>
          </a:p>
          <a:p>
            <a:pPr>
              <a:defRPr sz="2000"/>
            </a:pPr>
            <a:r>
              <a:t>• Node.js: 24.x</a:t>
            </a:r>
          </a:p>
          <a:p>
            <a:pPr>
              <a:defRPr sz="2000"/>
            </a:pPr>
            <a:r>
              <a:t>• API Integration: Server-side Gemini API calls, client-side fetching from custom API route.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4A3C97-00CD-FC82-2F22-DC4858634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240" y="1161632"/>
            <a:ext cx="5336276" cy="39818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https://modelcard-sc.vercel.app/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362</Words>
  <Application>Microsoft Office PowerPoint</Application>
  <PresentationFormat>On-screen Show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2026-04-26T17:51:41Z</dcterms:modified>
</cp:coreProperties>
</file>