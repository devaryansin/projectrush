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Supply Chains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CostLeakFinder is a web application designed to preemptively detect and flag potential supply chain disruptions and hidden cost inefficiencies. It analyzes user-provided supply chain descriptions to identify waste points, estimate financial impact, and prescribe targeted cost-saving interventions, all within a stylized terminal interface.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The core differentiator is the unique "hacker terminal" UI, which provides a novel and engaging user experience for a typically complex business problem. This retro-futuristic aesthetic appeals to a niche audience and makes the analytics feel more immediate and direct.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application utilizes a prompt-engineered Gemini API integration to perform sophisticated analysis of supply chain data. It focuses on uncovering non-obvious inefficiencies beyond user-stated pain points, offering data-driven insights and actionable recommendations for cost optimization and route adjustment.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"Describe your supply chain — find hidden cost inefficiencies instantly." The USP lies in the combination of advanced AI-powered supply chain analysis delivered through a distinct, immersive terminal UI, making complex optimization accessible and visually compelling.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Supply Chain Input Form: User-friendly terminal-style input for describing supply chain stages, vendors, transport modes, and pain points.</a:t>
            </a:r>
          </a:p>
          <a:p>
            <a:pPr>
              <a:defRPr sz="1600"/>
            </a:pPr>
            <a:r>
              <a:t>• AI-Powered Analysis: Gemini API integration for identifying and prioritizing supply chain cost leaks.</a:t>
            </a:r>
          </a:p>
          <a:p>
            <a:pPr>
              <a:defRPr sz="1600"/>
            </a:pPr>
            <a:r>
              <a:t>• Cost Leak Reporting: Clear presentation of identified inefficiencies, estimated waste magnitude (low/medium/high $), and ranked savings potential.</a:t>
            </a:r>
          </a:p>
          <a:p>
            <a:pPr>
              <a:defRPr sz="1600"/>
            </a:pPr>
            <a:r>
              <a:t>• Actionable Interventions: Specific, prescribed fixes for each identified cost leak.</a:t>
            </a:r>
          </a:p>
          <a:p>
            <a:pPr>
              <a:defRPr sz="1600"/>
            </a:pPr>
            <a:r>
              <a:t>• Hacker Terminal UI: Immersive green-on-black, monospace font, terminal-like interface.</a:t>
            </a:r>
          </a:p>
          <a:p>
            <a:pPr>
              <a:defRPr sz="1600"/>
            </a:pPr>
            <a:r>
              <a:t>• Loading &amp; Error States: Visually distinct loading animations and user-friendly error handling.</a:t>
            </a:r>
          </a:p>
          <a:p>
            <a:pPr>
              <a:defRPr sz="1600"/>
            </a:pPr>
            <a:r>
              <a:t>• Responsive Design: Optimized for both desktop and mobile viewing.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 (App Router), TypeScript, Tailwind CSS,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Backend: Next.js API Routes (`app/</a:t>
            </a:r>
            <a:r>
              <a:rPr dirty="0" err="1"/>
              <a:t>api</a:t>
            </a:r>
            <a:r>
              <a:rPr dirty="0"/>
              <a:t>/generate/</a:t>
            </a:r>
            <a:r>
              <a:rPr dirty="0" err="1"/>
              <a:t>route.ts</a:t>
            </a:r>
            <a:r>
              <a:rPr dirty="0"/>
              <a:t>`)</a:t>
            </a:r>
          </a:p>
          <a:p>
            <a:pPr>
              <a:defRPr sz="2000"/>
            </a:pPr>
            <a:r>
              <a:rPr dirty="0"/>
              <a:t>• AI Integration: Gemini API (`gemini-2.5-flash`)</a:t>
            </a:r>
          </a:p>
          <a:p>
            <a:pPr>
              <a:defRPr sz="2000"/>
            </a:pPr>
            <a:r>
              <a:rPr dirty="0"/>
              <a:t>• Styling: Custom CSS variables, Google Fonts (imported)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CAD1E5-0D30-1DEA-1770-8F76A08ED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943" y="1183116"/>
            <a:ext cx="6224113" cy="3960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https://costleakfinder-sc.vercel.app/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412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2026-04-26T18:07:37Z</dcterms:modified>
</cp:coreProperties>
</file>