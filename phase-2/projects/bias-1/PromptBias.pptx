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Unbiased AI Decision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PromptBias is a web application that empowers users to identify and rectify bias embedded within AI prompts. It utilizes a distinctive Brutalist UI and the Gemini API to analyze prompts for discriminatory patterns, offering actionable insights and revised, bias-reduced versions.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Unique Brutalist UI commands attention and conveys a sense of urgent truth-telling. Focus on prompt-level bias detection as a distinct offering.</a:t>
            </a:r>
          </a:p>
          <a:p>
            <a:pPr>
              <a:defRPr sz="1600"/>
            </a:pPr>
            <a:r>
              <a:t>• Problem Solving Approach: Directly addresses the amplification of historical biases by AI systems at the point of prompt creation. Provides a tangible, user-friendly tool for proactive bias mitigation.</a:t>
            </a:r>
          </a:p>
          <a:p>
            <a:pPr>
              <a:defRPr sz="1600"/>
            </a:pPr>
            <a:r>
              <a:t>• USP: Real-time, detailed bias analysis of AI prompts with AI-driven rewritten suggestions, presented through a bold, unforgettable interface.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Prominent "PromptBias" title and tagline.</a:t>
            </a:r>
          </a:p>
          <a:p>
            <a:pPr>
              <a:defRPr sz="1600"/>
            </a:pPr>
            <a:r>
              <a:t>• Brutalist-styled input form for AI prompts.</a:t>
            </a:r>
          </a:p>
          <a:p>
            <a:pPr>
              <a:defRPr sz="1600"/>
            </a:pPr>
            <a:r>
              <a:t>• Real-time loading state for submit button.</a:t>
            </a:r>
          </a:p>
          <a:p>
            <a:pPr>
              <a:defRPr sz="1600"/>
            </a:pPr>
            <a:r>
              <a:t>• Gemini-powered bias analysis: types, affected groups, severity.</a:t>
            </a:r>
          </a:p>
          <a:p>
            <a:pPr>
              <a:defRPr sz="1600"/>
            </a:pPr>
            <a:r>
              <a:t>• Rewritten, bias-reduced prompt suggestions.</a:t>
            </a:r>
          </a:p>
          <a:p>
            <a:pPr>
              <a:defRPr sz="1600"/>
            </a:pPr>
            <a:r>
              <a:t>• Clear visual hierarchy for displaying analysis results.</a:t>
            </a:r>
          </a:p>
          <a:p>
            <a:pPr>
              <a:defRPr sz="1600"/>
            </a:pPr>
            <a:r>
              <a:t>• User-friendly error handling.</a:t>
            </a:r>
          </a:p>
          <a:p>
            <a:pPr>
              <a:defRPr sz="1600"/>
            </a:pPr>
            <a:r>
              <a:t>• Fully responsive design across devices.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Next.js 16 (App Router)</a:t>
            </a:r>
          </a:p>
          <a:p>
            <a:pPr>
              <a:defRPr sz="2000"/>
            </a:pPr>
            <a:r>
              <a:rPr dirty="0"/>
              <a:t>• TypeScript</a:t>
            </a:r>
          </a:p>
          <a:p>
            <a:pPr>
              <a:defRPr sz="2000"/>
            </a:pPr>
            <a:r>
              <a:rPr dirty="0"/>
              <a:t>• Tailwind CSS (with custom CSS variables)</a:t>
            </a:r>
          </a:p>
          <a:p>
            <a:pPr>
              <a:defRPr sz="2000"/>
            </a:pPr>
            <a:r>
              <a:rPr dirty="0"/>
              <a:t>• Gemini API (gemini-2.5-flash)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Lucide</a:t>
            </a:r>
            <a:r>
              <a:rPr dirty="0"/>
              <a:t> React for icons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C11B90-09A0-385F-37CC-D81F21145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36" y="1289493"/>
            <a:ext cx="6900672" cy="37636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https://promptbias-sc.vercel.app/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270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5</cp:revision>
  <dcterms:modified xsi:type="dcterms:W3CDTF">2026-04-26T17:50:59Z</dcterms:modified>
</cp:coreProperties>
</file>