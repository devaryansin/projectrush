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Unbiased AI Decision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RedTeamAI is a web application that helps identify and mitigate bias in AI systems. It generates adversarial attack scenarios based on user-provided AI system details, making bias detection accessible and actionable for organizations.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Offers a unique blend of a playful, claymorphic UI with serious AI fairness capabilities, making bias detection approachable.</a:t>
            </a:r>
          </a:p>
          <a:p>
            <a:pPr>
              <a:defRPr sz="1600"/>
            </a:pPr>
            <a:r>
              <a:t>• Problem Solving Approach: Proactively identifies AI vulnerabilities through structured red-teaming scenarios, preventing real-world discriminatory outcomes.</a:t>
            </a:r>
          </a:p>
          <a:p>
            <a:pPr>
              <a:defRPr sz="1600"/>
            </a:pPr>
            <a:r>
              <a:t>• USP: Combines advanced AI for scenario generation with an intuitive, engaging user interface for easy adoption and effective bias mitigation.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 System Input: Form to describe AI purpose, inputs, decisions, and user population.</a:t>
            </a:r>
          </a:p>
          <a:p>
            <a:pPr>
              <a:defRPr sz="1600"/>
            </a:pPr>
            <a:r>
              <a:t>• Adversarial Scenario Generation: Creates 10 detailed bias attack scenarios using Gemini AI.</a:t>
            </a:r>
          </a:p>
          <a:p>
            <a:pPr>
              <a:defRPr sz="1600"/>
            </a:pPr>
            <a:r>
              <a:t>• Scenario Breakdown: Each scenario includes attack method, target vulnerability, expected biased output, and detection strategy.</a:t>
            </a:r>
          </a:p>
          <a:p>
            <a:pPr>
              <a:defRPr sz="1600"/>
            </a:pPr>
            <a:r>
              <a:t>• Claymorphism UI: Soft, inflated, 3D-like shapes with pastel colors and rounded elements for an approachable aesthetic.</a:t>
            </a:r>
          </a:p>
          <a:p>
            <a:pPr>
              <a:defRPr sz="1600"/>
            </a:pPr>
            <a:r>
              <a:t>• Loading &amp; Error Handling: Visual feedback for submission processing and user-friendly error messages.</a:t>
            </a:r>
          </a:p>
          <a:p>
            <a:pPr>
              <a:defRPr sz="1600"/>
            </a:pPr>
            <a:r>
              <a:t>• Responsive Design: Fully functional and visually appealing across mobile and desktop devices.</a:t>
            </a:r>
          </a:p>
          <a:p>
            <a:pPr>
              <a:defRPr sz="1600"/>
            </a:pPr>
            <a:r>
              <a:t>• AI Fairness Focus: Dedicated to identifying and flagging unfair discrimination in AI models.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Frontend: Next.js 16, React, TypeScript, Tailwind CSS</a:t>
            </a:r>
          </a:p>
          <a:p>
            <a:pPr>
              <a:defRPr sz="2000"/>
            </a:pPr>
            <a:r>
              <a:t>• Icons: Lucide React</a:t>
            </a:r>
          </a:p>
          <a:p>
            <a:pPr>
              <a:defRPr sz="2000"/>
            </a:pPr>
            <a:r>
              <a:t>• AI Integration: Gemini API (gemini-2.5-flash) via server-side route</a:t>
            </a:r>
          </a:p>
          <a:p>
            <a:pPr>
              <a:defRPr sz="2000"/>
            </a:pPr>
            <a:r>
              <a:t>• Styling: Claymorphism UI principles, custom CSS variables</a:t>
            </a:r>
          </a:p>
          <a:p>
            <a:pPr>
              <a:defRPr sz="2000"/>
            </a:pPr>
            <a:r>
              <a:t>• Constraints:</a:t>
            </a:r>
          </a:p>
          <a:p>
            <a:pPr>
              <a:defRPr sz="2000"/>
            </a:pPr>
            <a:r>
              <a:t>• No markdown like bold or headers</a:t>
            </a:r>
          </a:p>
          <a:p>
            <a:pPr>
              <a:defRPr sz="2000"/>
            </a:pPr>
            <a:r>
              <a:t>• No code</a:t>
            </a:r>
          </a:p>
          <a:p>
            <a:pPr>
              <a:defRPr sz="2000"/>
            </a:pPr>
            <a:r>
              <a:t>• Clean bullet points only</a:t>
            </a:r>
          </a:p>
          <a:p>
            <a:pPr>
              <a:defRPr sz="2000"/>
            </a:pPr>
            <a:r>
              <a:t>• Keep concise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54D55D-E98B-7F41-9A76-EDBD4B445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608" y="1214472"/>
            <a:ext cx="5929260" cy="39290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https://redteamai-sc.vercel.app/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335</Words>
  <Application>Microsoft Office PowerPoint</Application>
  <PresentationFormat>On-screen Show (16:9)</PresentationFormat>
  <Paragraphs>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2026-04-26T17:53:53Z</dcterms:modified>
</cp:coreProperties>
</file>