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Rapid Crisis Response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FirstContact is a rapid crisis response application for the hospitality sector. It provides distressed guests with immediate, AI-guided safety instructions and reassurance during emergencies. By eliminating fragmented communication and acting as a reliable bridge between guests, on-site staff, and emergency services, it ensures instantaneous, coordinated reactions to protect lives and property.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FirstContact differentiates itself by focusing on the immediate needs of a distressed guest, providing AI-driven, calming, step-by-step guidance directly at the point of crisis, a feature often missing in traditional staff-centric emergency systems.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solution tackles fragmented communication by creating a central, intelligent hub where guest-reported emergencies are instantly processed by AI for immediate guidance and simultaneously dispatched to human responders, ensuring a unified and swift reaction.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FirstContact's unique selling proposition is its ability to provide instantaneous, personalized, and calming first-response guidance directly to individuals in high-stress situations, making it the essential "first contact" point that bridges the gap until human help arrives.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AI-powered immediate safety instructions tailored to the reported emergency.</a:t>
            </a:r>
          </a:p>
          <a:p>
            <a:pPr>
              <a:defRPr sz="1600"/>
            </a:pPr>
            <a:r>
              <a:t>• Real-time guest reporting of emergency type, location, and immediate dangers.</a:t>
            </a:r>
          </a:p>
          <a:p>
            <a:pPr>
              <a:defRPr sz="1600"/>
            </a:pPr>
            <a:r>
              <a:t>• Generation of clear, numbered steps for "what to do RIGHT NOW" and "what NOT to do".</a:t>
            </a:r>
          </a:p>
          <a:p>
            <a:pPr>
              <a:defRPr sz="1600"/>
            </a:pPr>
            <a:r>
              <a:t>• Reassurance messaging confirming help is being dispatched.</a:t>
            </a:r>
          </a:p>
          <a:p>
            <a:pPr>
              <a:defRPr sz="1600"/>
            </a:pPr>
            <a:r>
              <a:t>• Minimalist, intuitive UI for ease of use under pressure.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Next.js 16 (App Router)</a:t>
            </a:r>
          </a:p>
          <a:p>
            <a:pPr>
              <a:defRPr sz="2100"/>
            </a:pPr>
            <a:r>
              <a:t>• TypeScript</a:t>
            </a:r>
          </a:p>
          <a:p>
            <a:pPr>
              <a:defRPr sz="2100"/>
            </a:pPr>
            <a:r>
              <a:t>• Tailwind CSS</a:t>
            </a:r>
          </a:p>
          <a:p>
            <a:pPr>
              <a:defRPr sz="2100"/>
            </a:pPr>
            <a:r>
              <a:t>• Gemini API (gemini-2.5-flash)</a:t>
            </a:r>
          </a:p>
          <a:p>
            <a:pPr>
              <a:defRPr sz="2100"/>
            </a:pPr>
            <a:r>
              <a:t>• Lucide React (for minimal iconography)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31AA9D-662F-1D63-020C-BCB59433C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796" y="1280264"/>
            <a:ext cx="4550407" cy="3863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https://firstcontact.vercel.app/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327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2026-04-23T19:21:55Z</dcterms:modified>
</cp:coreProperties>
</file>