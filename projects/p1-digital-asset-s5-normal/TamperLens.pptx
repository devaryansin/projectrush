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2" autoAdjust="0"/>
    <p:restoredTop sz="94634" autoAdjust="0"/>
  </p:normalViewPr>
  <p:slideViewPr>
    <p:cSldViewPr snapToGrid="0">
      <p:cViewPr varScale="1">
        <p:scale>
          <a:sx n="103" d="100"/>
          <a:sy n="103" d="100"/>
        </p:scale>
        <p:origin x="845" y="77"/>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a:t>
            </a:r>
            <a:r>
              <a:rPr lang="en-GB" sz="1800" b="1">
                <a:latin typeface="Google Sans"/>
                <a:ea typeface="Google Sans"/>
                <a:cs typeface="Google Sans"/>
                <a:sym typeface="Google Sans"/>
              </a:rPr>
              <a:t> Digital Asset Protection</a:t>
            </a:r>
            <a:r>
              <a:rPr lang="en-GB" sz="1800" b="1" i="0" u="none" strike="noStrike" cap="none">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TamperLens is an AI-powered Next.js application designed to safeguard digital sports media integrity. It enables sports organizations to combat content misappropriation by analyzing file properties for signs of tampering or cloning. By leveraging Gemini AI for forensic analysis, TamperLens provides specific tampering indicators, a clone likelihood score, and actionable next steps, allowing for proactive authentication and near real-time detection of unauthorized media usage across global platforms.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rPr dirty="0"/>
              <a:t>Opportunities:</a:t>
            </a:r>
            <a:endParaRPr sz="1800" b="0" i="0" u="none" strike="noStrike" cap="none" dirty="0">
              <a:solidFill>
                <a:srgbClr val="000000"/>
              </a:solidFill>
              <a:latin typeface="Google Sans"/>
              <a:ea typeface="Google Sans"/>
              <a:cs typeface="Google Sans"/>
              <a:sym typeface="Google Sans"/>
            </a:endParaRPr>
          </a:p>
          <a:p>
            <a:pPr>
              <a:defRPr sz="1600"/>
            </a:pPr>
            <a:r>
              <a:rPr dirty="0"/>
              <a:t>• Differentiation</a:t>
            </a:r>
          </a:p>
          <a:p>
            <a:pPr>
              <a:defRPr sz="1600"/>
            </a:pPr>
            <a:r>
              <a:rPr dirty="0"/>
              <a:t>• </a:t>
            </a:r>
            <a:r>
              <a:rPr dirty="0" err="1"/>
              <a:t>TamperLens</a:t>
            </a:r>
            <a:r>
              <a:rPr dirty="0"/>
              <a:t> specializes in AI-driven forensic analysis for the unique domain of digital sports media, providing granular tampering indicators, clone likelihood scores, and actionable recommendations. Its focus on near real-time anomaly detection and proactive authentication offers a distinct advantage in protecting proprietary content across diverse platforms.</a:t>
            </a:r>
          </a:p>
          <a:p>
            <a:pPr>
              <a:defRPr sz="1600"/>
            </a:pPr>
            <a:r>
              <a:rPr dirty="0"/>
              <a:t>• Problem Solving Approach</a:t>
            </a:r>
          </a:p>
          <a:p>
            <a:pPr>
              <a:defRPr sz="1600"/>
            </a:pPr>
            <a:r>
              <a:rPr dirty="0"/>
              <a:t>• The solution empowers users to describe a media file's characteristics (e.g., type, resolution, encoding, watermarks). Gemini AI then analyzes this detailed description for inconsistencies or anomalies indicative of manipulation. The output clearly delineates tampering signals, assesses clone likelihood, identifies manipulation types, and suggests concrete verification steps, moving beyond simple detection to active incident response.</a:t>
            </a:r>
          </a:p>
          <a:p>
            <a:pPr>
              <a:defRPr sz="1600"/>
            </a:pPr>
            <a:r>
              <a:rPr dirty="0"/>
              <a:t>• USP</a:t>
            </a:r>
          </a:p>
          <a:p>
            <a:pPr>
              <a:defRPr sz="1600"/>
            </a:pPr>
            <a:r>
              <a:rPr dirty="0"/>
              <a:t>• </a:t>
            </a:r>
            <a:r>
              <a:rPr dirty="0" err="1"/>
              <a:t>TamperLens's</a:t>
            </a:r>
            <a:r>
              <a:rPr dirty="0"/>
              <a:t> unique selling proposition lies in its specialized AI-powered forensic analysis tailored for digital sports media, delivering precise tampering detection and actionable insights for robust IP protection. It offers proactive, near real-time monitoring capabilities, empowering sports organizations to maintain control and authenticity of their digital assets.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File Property Input: Users describe media file attributes such as type, resolution, size, encoding details, visible watermarks, and platform source.</a:t>
            </a:r>
          </a:p>
          <a:p>
            <a:pPr>
              <a:defRPr sz="1600"/>
            </a:pPr>
            <a:r>
              <a:t>• AI-Powered Analysis: Utilizes Gemini AI to forensically analyze file property descriptions for tampering signals, encoding inconsistencies, resolution mismatches, and metadata anomalies.</a:t>
            </a:r>
          </a:p>
          <a:p>
            <a:pPr>
              <a:defRPr sz="1600"/>
            </a:pPr>
            <a:r>
              <a:t>• Tampering &amp; Cloning Detection: Identifies specific tampering indicators with severity ratings (HIGH/MEDIUM/LOW) and provides an overall clone likelihood score.</a:t>
            </a:r>
          </a:p>
          <a:p>
            <a:pPr>
              <a:defRPr sz="1600"/>
            </a:pPr>
            <a:r>
              <a:t>• Manipulation Type Identification: Detects and specifies the type of manipulation or unauthorized modification found in the media.</a:t>
            </a:r>
          </a:p>
          <a:p>
            <a:pPr>
              <a:defRPr sz="1600"/>
            </a:pPr>
            <a:r>
              <a:t>• Recommended Next Steps: Offers clear, actionable recommendations for verification and response based on the analysis results.</a:t>
            </a:r>
          </a:p>
          <a:p>
            <a:pPr>
              <a:defRPr sz="1600"/>
            </a:pPr>
            <a:r>
              <a:t>• Professional User Interface: Provides a clean, professional, and responsive UI with clear loading states and graceful error handling.</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 Custom CSS</a:t>
            </a:r>
          </a:p>
          <a:p>
            <a:pPr>
              <a:defRPr sz="2100"/>
            </a:pPr>
            <a:r>
              <a:t>• Icons: lucide-react</a:t>
            </a:r>
          </a:p>
          <a:p>
            <a:pPr>
              <a:defRPr sz="2100"/>
            </a:pPr>
            <a:r>
              <a:t>• AI Integration: Google Gemini API (`gemini-2.5-flash` model)</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07F9AD58-0210-6DE9-2DF0-E91F87473058}"/>
              </a:ext>
            </a:extLst>
          </p:cNvPr>
          <p:cNvPicPr>
            <a:picLocks noChangeAspect="1"/>
          </p:cNvPicPr>
          <p:nvPr/>
        </p:nvPicPr>
        <p:blipFill>
          <a:blip r:embed="rId4"/>
          <a:stretch>
            <a:fillRect/>
          </a:stretch>
        </p:blipFill>
        <p:spPr>
          <a:xfrm>
            <a:off x="1183884" y="1302774"/>
            <a:ext cx="6795131" cy="38407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dirty="0">
                <a:latin typeface="Google Sans"/>
                <a:ea typeface="Google Sans"/>
                <a:cs typeface="Google Sans"/>
                <a:sym typeface="Google Sans"/>
              </a:rPr>
              <a:t>Links</a:t>
            </a:r>
            <a:r>
              <a:rPr lang="en-GB" sz="1800" b="0" i="0" u="none" strike="noStrike" cap="none" dirty="0">
                <a:solidFill>
                  <a:srgbClr val="000000"/>
                </a:solidFill>
                <a:latin typeface="Google Sans"/>
                <a:ea typeface="Google Sans"/>
                <a:cs typeface="Google Sans"/>
                <a:sym typeface="Google Sans"/>
              </a:rPr>
              <a:t>:</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https://tamperlens.vercel.app/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484</Words>
  <Application>Microsoft Office PowerPoint</Application>
  <PresentationFormat>On-screen Show (16:9)</PresentationFormat>
  <Paragraphs>32</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2026-04-23T19:15:21Z</dcterms:modified>
</cp:coreProperties>
</file>