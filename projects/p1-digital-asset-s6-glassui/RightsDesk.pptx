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45"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Digital </a:t>
            </a:r>
            <a:r>
              <a:rPr lang="en-GB" sz="1800" b="1">
                <a:latin typeface="Google Sans"/>
                <a:ea typeface="Google Sans"/>
                <a:cs typeface="Google Sans"/>
                <a:sym typeface="Google Sans"/>
              </a:rPr>
              <a:t>Asset Protection</a:t>
            </a:r>
            <a:r>
              <a:rPr lang="en-GB" sz="1800" b="1" i="0" u="none" strike="noStrike" cap="none">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The RightsDesk application is a Next.js 16 web platform designed to assist sports organizations in managing and protecting their digital media assets. It allows users to register asset details or ask natural language questions about their IP rights. Leveraging Gemini AI, the system acts as a digital rights advisor, providing instant insights into ownership status, applicable protections, licensing options, and recommended actions, displayed in a professional Glass UI.</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RightsDesk differentiates itself through its innovative use of AI as a 'digital rights advisor' for sports media, offering near real-time insights and actionable recommendations, which is a significant advancement over traditional, reactive IP management systems.</a:t>
            </a:r>
          </a:p>
          <a:p>
            <a:pPr>
              <a:defRPr sz="1600"/>
            </a:pPr>
            <a:r>
              <a:t>• Problem Solving Approach</a:t>
            </a:r>
          </a:p>
          <a:p>
            <a:pPr>
              <a:defRPr sz="1600"/>
            </a:pPr>
            <a:r>
              <a:t>• The solution centralizes IP rights management by enabling organizations to register assets and query rights status through a natural language interface. Gemini AI processes these queries and asset details, providing comprehensive assessments and protection strategies, thus closing the visibility gap and empowering proactive defense against misappropriation.</a:t>
            </a:r>
          </a:p>
          <a:p>
            <a:pPr>
              <a:defRPr sz="1600"/>
            </a:pPr>
            <a:r>
              <a:t>• USP</a:t>
            </a:r>
          </a:p>
          <a:p>
            <a:pPr>
              <a:defRPr sz="1600"/>
            </a:pPr>
            <a:r>
              <a:t>• The unique selling proposition is its intelligent, AI-powered "digital rights advisor" capability, providing immediate, context-aware legal and strategic guidance for sports media assets within a sleek, intuitive Glass UI.</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AI-Powered Rights Consultation: Users can submit asset details or natural language questions to receive immediate rights assessments and strategic recommendations from a Gemini AI advisor.</a:t>
            </a:r>
          </a:p>
          <a:p>
            <a:pPr>
              <a:defRPr sz="1600"/>
            </a:pPr>
            <a:r>
              <a:t>• Glass UI Design: A premium, dark-mode interface with translucent glass cards, defined borders, and glowing accents, providing a modern and professional user experience.</a:t>
            </a:r>
          </a:p>
          <a:p>
            <a:pPr>
              <a:defRPr sz="1600"/>
            </a:pPr>
            <a:r>
              <a:t>• Structured Output Display: Gemini AI responses are parsed and presented with a clear visual hierarchy, breaking down complex information into digestible sections like ownership, protections, licensing, and recommended actions.</a:t>
            </a:r>
          </a:p>
          <a:p>
            <a:pPr>
              <a:defRPr sz="1600"/>
            </a:pPr>
            <a:r>
              <a:t>• Responsive Design: The application is fully responsive, ensuring optimal usability across desktop and mobile devices.</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Frontend Framework: Next.js 16 (App Router)</a:t>
            </a:r>
          </a:p>
          <a:p>
            <a:pPr>
              <a:defRPr sz="2100"/>
            </a:pPr>
            <a:r>
              <a:t>• Language: TypeScript</a:t>
            </a:r>
          </a:p>
          <a:p>
            <a:pPr>
              <a:defRPr sz="2100"/>
            </a:pPr>
            <a:r>
              <a:t>• Styling: Tailwind CSS + Custom CSS (Glass UI, variables)</a:t>
            </a:r>
          </a:p>
          <a:p>
            <a:pPr>
              <a:defRPr sz="2100"/>
            </a:pPr>
            <a:r>
              <a:t>• Icons: Lucide-React</a:t>
            </a:r>
          </a:p>
          <a:p>
            <a:pPr>
              <a:defRPr sz="2100"/>
            </a:pPr>
            <a:r>
              <a:t>• AI Integration: Google Gemini API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48B495E3-A2C1-332D-A251-8CD413660F1B}"/>
              </a:ext>
            </a:extLst>
          </p:cNvPr>
          <p:cNvPicPr>
            <a:picLocks noChangeAspect="1"/>
          </p:cNvPicPr>
          <p:nvPr/>
        </p:nvPicPr>
        <p:blipFill>
          <a:blip r:embed="rId4"/>
          <a:stretch>
            <a:fillRect/>
          </a:stretch>
        </p:blipFill>
        <p:spPr>
          <a:xfrm>
            <a:off x="734973" y="1214515"/>
            <a:ext cx="7674054" cy="38620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https://rightsdesk.vercel.app/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417</Words>
  <Application>Microsoft Office PowerPoint</Application>
  <PresentationFormat>On-screen Show (16:9)</PresentationFormat>
  <Paragraphs>30</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Google Sans</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5</cp:revision>
  <dcterms:modified xsi:type="dcterms:W3CDTF">2026-04-23T19:17:13Z</dcterms:modified>
</cp:coreProperties>
</file>