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a:solidFill>
                  <a:srgbClr val="000000"/>
                </a:solidFill>
                <a:latin typeface="Google Sans"/>
                <a:ea typeface="Google Sans"/>
                <a:cs typeface="Google Sans"/>
                <a:sym typeface="Google Sans"/>
              </a:rPr>
              <a:t>Problem Statement: </a:t>
            </a:r>
            <a:r>
              <a:rPr lang="en-GB" sz="1800" b="1">
                <a:latin typeface="Google Sans"/>
                <a:ea typeface="Google Sans"/>
                <a:cs typeface="Google Sans"/>
                <a:sym typeface="Google Sans"/>
              </a:rPr>
              <a:t>Digital Asset Protection</a:t>
            </a:r>
            <a:endParaRPr sz="1800" b="1" i="0" u="none" strike="noStrike" cap="none">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Brief:</a:t>
            </a:r>
            <a:endParaRPr sz="1800" b="0" i="0" u="none" strike="noStrike" cap="none" dirty="0">
              <a:solidFill>
                <a:srgbClr val="000000"/>
              </a:solidFill>
              <a:latin typeface="Google Sans"/>
              <a:ea typeface="Google Sans"/>
              <a:cs typeface="Google Sans"/>
              <a:sym typeface="Google Sans"/>
            </a:endParaRPr>
          </a:p>
          <a:p>
            <a:pPr>
              <a:defRPr sz="2100"/>
            </a:pPr>
            <a:r>
              <a:t>This solution delivers AuthentiProof, a Next.js 16 web application designed to protect digital sports media. It addresses the challenge of widespread digital misappropriation by allowing users to submit metadata about their digital assets. Gemini AI then analyzes this information to provide an authenticity score, identify originality signals, flag anomalies, and offer a concise verification summary, enabling proactive IP rights management.</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AuthentiProof offers a unique blend of AI-driven deep analysis for digital asset authentication specifically tailored for the high-volume, high-value sports media industry. Its minimalist UI distinguishes it from cluttered enterprise solutions, providing a clean, focused user experience.</a:t>
            </a:r>
          </a:p>
          <a:p>
            <a:pPr>
              <a:defRPr sz="1600"/>
            </a:pPr>
            <a:r>
              <a:t>• Problem Solving Approach</a:t>
            </a:r>
          </a:p>
          <a:p>
            <a:pPr>
              <a:defRPr sz="1600"/>
            </a:pPr>
            <a:r>
              <a:t>• The solution tackles content misappropriation by creating a digital fingerprint from metadata and comparing it against known patterns of authenticity. By providing a quantifiable authenticity score and detailed reports, it empowers sports organizations to take immediate action against unauthorized use.</a:t>
            </a:r>
          </a:p>
          <a:p>
            <a:pPr>
              <a:defRPr sz="1600"/>
            </a:pPr>
            <a:r>
              <a:t>• USP</a:t>
            </a:r>
          </a:p>
          <a:p>
            <a:pPr>
              <a:defRPr sz="1600"/>
            </a:pPr>
            <a:r>
              <a:t>• The core USP is the "Authenticity Confidence Score" combined with specific "Originality Signals" and "Suspicious Anomalies," all generated in near real-time through intelligent metadata reasoning by Gemini AI, presented in a highly intuitive, minimalist interface.</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Metadata Input Form: Users input key asset details (title, creator, date, format, platform, watermarks).</a:t>
            </a:r>
          </a:p>
          <a:p>
            <a:pPr>
              <a:defRPr sz="1600"/>
            </a:pPr>
            <a:r>
              <a:t>• AI-Powered Authentication: Gemini AI processes metadata to assess asset originality and integrity.</a:t>
            </a:r>
          </a:p>
          <a:p>
            <a:pPr>
              <a:defRPr sz="1600"/>
            </a:pPr>
            <a:r>
              <a:t>• Authenticity Confidence Score: A numerical score (0-100%) indicating the likelihood of authenticity.</a:t>
            </a:r>
          </a:p>
          <a:p>
            <a:pPr>
              <a:defRPr sz="1600"/>
            </a:pPr>
            <a:r>
              <a:t>• Detailed Verification Report: Includes lists of originality signals, suspicious anomalies, and a summary.</a:t>
            </a:r>
          </a:p>
          <a:p>
            <a:pPr>
              <a:defRPr sz="1600"/>
            </a:pPr>
            <a:r>
              <a:t>• Minimalist, Responsive UI: Clean design focusing on essential information and easy interaction across devices.</a:t>
            </a:r>
          </a:p>
          <a:p>
            <a:pPr>
              <a:defRPr sz="1600"/>
            </a:pPr>
            <a:r>
              <a:t>• Real-time Feedback: Provides immediate loading states and results display.</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Technologies:</a:t>
            </a:r>
            <a:endParaRPr sz="1200" b="0" i="0" u="none" strike="noStrike" cap="none" dirty="0">
              <a:solidFill>
                <a:srgbClr val="000000"/>
              </a:solidFill>
              <a:latin typeface="Google Sans"/>
              <a:ea typeface="Google Sans"/>
              <a:cs typeface="Google Sans"/>
              <a:sym typeface="Google Sans"/>
            </a:endParaRPr>
          </a:p>
          <a:p>
            <a:pPr>
              <a:defRPr sz="2100"/>
            </a:pPr>
            <a:r>
              <a:t>• Framework: Next.js 16 (App Router)</a:t>
            </a:r>
          </a:p>
          <a:p>
            <a:pPr>
              <a:defRPr sz="2100"/>
            </a:pPr>
            <a:r>
              <a:t>• Language: TypeScript</a:t>
            </a:r>
          </a:p>
          <a:p>
            <a:pPr>
              <a:defRPr sz="2100"/>
            </a:pPr>
            <a:r>
              <a:t>• Styling: Tailwind CSS + Custom CSS Variables</a:t>
            </a:r>
          </a:p>
          <a:p>
            <a:pPr>
              <a:defRPr sz="2100"/>
            </a:pPr>
            <a:r>
              <a:t>• AI Integration: Google Gemini 2.5 Flash API</a:t>
            </a:r>
          </a:p>
          <a:p>
            <a:pPr>
              <a:defRPr sz="2100"/>
            </a:pPr>
            <a:r>
              <a:t>• Icons: Lucide-React</a:t>
            </a:r>
          </a:p>
          <a:p>
            <a:pPr>
              <a:defRPr sz="2100"/>
            </a:pPr>
            <a:r>
              <a:t>• Constraints:</a:t>
            </a:r>
          </a:p>
          <a:p>
            <a:pPr>
              <a:defRPr sz="2100"/>
            </a:pPr>
            <a:r>
              <a:t>• No fluff</a:t>
            </a:r>
          </a:p>
          <a:p>
            <a:pPr>
              <a:defRPr sz="2100"/>
            </a:pPr>
            <a:r>
              <a:t>• No repetition</a:t>
            </a:r>
          </a:p>
          <a:p>
            <a:pPr>
              <a:defRPr sz="2100"/>
            </a:pPr>
            <a:r>
              <a:t>• Keep concise</a:t>
            </a:r>
          </a:p>
          <a:p>
            <a:pPr>
              <a:defRPr sz="2100"/>
            </a:pPr>
            <a:r>
              <a:t>• Bullet points where appropriate</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Snapshots of the MVP</a:t>
            </a:r>
            <a:endParaRPr sz="1800" b="0" i="0" u="none" strike="noStrike" cap="non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42AD685D-36FF-2255-2550-93C61AAF15CD}"/>
              </a:ext>
            </a:extLst>
          </p:cNvPr>
          <p:cNvPicPr>
            <a:picLocks noChangeAspect="1"/>
          </p:cNvPicPr>
          <p:nvPr/>
        </p:nvPicPr>
        <p:blipFill>
          <a:blip r:embed="rId4"/>
          <a:stretch>
            <a:fillRect/>
          </a:stretch>
        </p:blipFill>
        <p:spPr>
          <a:xfrm>
            <a:off x="1858536" y="1174083"/>
            <a:ext cx="4800371" cy="39099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SzPts val="1800"/>
              <a:buFont typeface="Google Sans"/>
              <a:buAutoNum type="arabicPeriod"/>
            </a:pPr>
            <a:r>
              <a:rPr lang="en-GB" sz="1800" dirty="0">
                <a:latin typeface="Google Sans"/>
                <a:ea typeface="Google Sans"/>
                <a:cs typeface="Google Sans"/>
                <a:sym typeface="Google Sans"/>
              </a:rPr>
              <a:t>Working Prototype Link</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402</Words>
  <Application>Microsoft Office PowerPoint</Application>
  <PresentationFormat>On-screen Show (16:9)</PresentationFormat>
  <Paragraphs>37</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Arial</vt:lpstr>
      <vt:lpstr>Google Sans</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4</cp:revision>
  <dcterms:modified xsi:type="dcterms:W3CDTF">2026-04-23T19:15:35Z</dcterms:modified>
</cp:coreProperties>
</file>