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Smart Supply Chains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RouteRethink is a Next.js 16 web application designed to proactively address supply chain disruptions. It enables users to input details of a blocked route and instantly receive three AI-optimized alternative routes, each with detailed cost, time, and risk analyses. Leveraging Gemini AI, the tool provides dynamic rerouting options presented through a modern Glassmorphism UI, ensuring resilient logistics and informed decision-making.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Real-time, AI-powered generation of three distinct, optimized route alternatives.</a:t>
            </a:r>
          </a:p>
          <a:p>
            <a:pPr>
              <a:defRPr sz="1600"/>
            </a:pPr>
            <a:r>
              <a:t>• Comprehensive trade-off analysis (cost, time, risk, best-for scenario) for each option.</a:t>
            </a:r>
          </a:p>
          <a:p>
            <a:pPr>
              <a:defRPr sz="1600"/>
            </a:pPr>
            <a:r>
              <a:t>• Professional, intuitive Glassmorphism UI enhances user experience and decision-making.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User inputs specific details of a blocked route, cargo, and operational constraints.</a:t>
            </a:r>
          </a:p>
          <a:p>
            <a:pPr>
              <a:defRPr sz="1600"/>
            </a:pPr>
            <a:r>
              <a:t>• Gemini AI dynamically formulates highly optimized alternative routes based on input context.</a:t>
            </a:r>
          </a:p>
          <a:p>
            <a:pPr>
              <a:defRPr sz="1600"/>
            </a:pPr>
            <a:r>
              <a:t>• Presents actionable, ranked alternatives with justifications for rapid strategic adjustment.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"Describe a blocked or delayed route — get 3 optimized alternative routes instantly."</a:t>
            </a:r>
          </a:p>
          <a:p>
            <a:pPr>
              <a:defRPr sz="1600"/>
            </a:pPr>
            <a:r>
              <a:t>• Proactive, AI-powered disruption mitigation with immediate, context-aware routing solutions.</a:t>
            </a:r>
          </a:p>
          <a:p>
            <a:pPr>
              <a:defRPr sz="1600"/>
            </a:pPr>
            <a:r>
              <a:t>• Informed decision-making through clear, ranked trade-off analysis and trade-off summaries.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Interactive input form for blocked route details, cargo specifications, urgency, and budget.</a:t>
            </a:r>
          </a:p>
          <a:p>
            <a:pPr>
              <a:defRPr sz="1600"/>
            </a:pPr>
            <a:r>
              <a:t>• Dynamic generation of three distinct alternative route options using Gemini AI.</a:t>
            </a:r>
          </a:p>
          <a:p>
            <a:pPr>
              <a:defRPr sz="1600"/>
            </a:pPr>
            <a:r>
              <a:t>• Detailed output for each option: estimated time impact, cost delta, risk rating, and key trade-offs.</a:t>
            </a:r>
          </a:p>
          <a:p>
            <a:pPr>
              <a:defRPr sz="1600"/>
            </a:pPr>
            <a:r>
              <a:t>• Visual loading states during AI processing and graceful error handling.</a:t>
            </a:r>
          </a:p>
          <a:p>
            <a:pPr>
              <a:defRPr sz="1600"/>
            </a:pPr>
            <a:r>
              <a:t>• Fully responsive design with a distinctive Glassmorphism UI style.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Frontend Framework: Next.js 16 (App Router)</a:t>
            </a:r>
          </a:p>
          <a:p>
            <a:pPr>
              <a:defRPr sz="2100"/>
            </a:pPr>
            <a:r>
              <a:t>• Language: TypeScript</a:t>
            </a:r>
          </a:p>
          <a:p>
            <a:pPr>
              <a:defRPr sz="2100"/>
            </a:pPr>
            <a:r>
              <a:t>• Styling: Tailwind CSS with custom CSS variables (Glassmorphism)</a:t>
            </a:r>
          </a:p>
          <a:p>
            <a:pPr>
              <a:defRPr sz="2100"/>
            </a:pPr>
            <a:r>
              <a:t>• AI Integration: Google Gemini 2.5 Flash API (server-side via `/api/generate`)</a:t>
            </a:r>
          </a:p>
          <a:p>
            <a:pPr>
              <a:defRPr sz="2100"/>
            </a:pPr>
            <a:r>
              <a:t>• Icons: lucide-react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F660DA-8E82-621B-37AF-33E17AE94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26" y="855224"/>
            <a:ext cx="4624159" cy="4288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https://routerethink.vercel.app/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373</Words>
  <Application>Microsoft Office PowerPoint</Application>
  <PresentationFormat>On-screen Show (16:9)</PresentationFormat>
  <Paragraphs>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2026-04-23T19:25:33Z</dcterms:modified>
</cp:coreProperties>
</file>