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 Unbiased AI Decision</a:t>
            </a: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FixItFlow is a Next.js 16 web application designed to combat algorithmic bias in AI systems. It provides a clear, accessible solution for organizations to input details about observed biased model outcomes. Leveraging Gemini AI, the tool generates a concrete, prioritized action plan to debias their models, ensuring fairness and ethical decision-making in automated processes.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FixItFlow differentiates itself by offering a highly prescriptive, step-by-step debiasing action plan tailored to specific bias scenarios, rather than merely flagging bias. This actionable, AI-driven guidance provides immediate, practical value beyond generic recommendations, making complex ethical problems solvable.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tool employs a systematic approach: users describe the observed biased outcome, disadvantaged groups, model type, and available interventions. Gemini AI then analyzes this input to generate a prioritized 5-step action plan, detailing specific techniques, implementation steps, estimated effort, and expected bias reduction. This translates abstract ethical concerns into concrete technical tasks.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FixItFlow's unique selling proposition is its ability to instantly convert a description of observed algorithmic bias into a concrete, prioritized, and actionable debiasing plan, powered by advanced AI, thereby simplifying the journey towards ethical and fair AI deployment.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Intuitive input form to capture biased outcomes, affected groups, model types, and intervention preferences.</a:t>
            </a:r>
          </a:p>
          <a:p>
            <a:pPr>
              <a:defRPr sz="1600"/>
            </a:pPr>
            <a:r>
              <a:t>• Dynamic loading states and error handling for a robust user experience.</a:t>
            </a:r>
          </a:p>
          <a:p>
            <a:pPr>
              <a:defRPr sz="1600"/>
            </a:pPr>
            <a:r>
              <a:t>• AI-powered generation of a 5-step, prioritized debiasing action plan.</a:t>
            </a:r>
          </a:p>
          <a:p>
            <a:pPr>
              <a:defRPr sz="1600"/>
            </a:pPr>
            <a:r>
              <a:t>• Detailed output specifying debiasing techniques (e.g., reweighting, resampling), implementation steps, effort, and expected impact.</a:t>
            </a:r>
          </a:p>
          <a:p>
            <a:pPr>
              <a:defRPr sz="1600"/>
            </a:pPr>
            <a:r>
              <a:t>• Professional, clean, and responsive user interface adhering to a deep purple and white color palette.</a:t>
            </a:r>
          </a:p>
          <a:p>
            <a:pPr>
              <a:defRPr sz="1600"/>
            </a:pPr>
            <a:r>
              <a:t>• Integration with Gemini API for intelligent action plan prescription.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Frontend Framework: Next.js 16 (App Router)</a:t>
            </a:r>
          </a:p>
          <a:p>
            <a:pPr>
              <a:defRPr sz="2100"/>
            </a:pPr>
            <a:r>
              <a:t>• Language: TypeScript</a:t>
            </a:r>
          </a:p>
          <a:p>
            <a:pPr>
              <a:defRPr sz="2100"/>
            </a:pPr>
            <a:r>
              <a:t>• Styling: Tailwind CSS with custom CSS variables</a:t>
            </a:r>
          </a:p>
          <a:p>
            <a:pPr>
              <a:defRPr sz="2100"/>
            </a:pPr>
            <a:r>
              <a:t>• Icons: lucide-react</a:t>
            </a:r>
          </a:p>
          <a:p>
            <a:pPr>
              <a:defRPr sz="2100"/>
            </a:pPr>
            <a:r>
              <a:t>• AI Integration: Google Gemini API (`gemini-2.5-flash`) for debiasing plan generation.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67B17E-13D9-179B-D6DD-5C51848E5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281" y="1258809"/>
            <a:ext cx="5627437" cy="38846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lang="en-IN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https://fixitflow-sc.vercel.app/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411</Words>
  <Application>Microsoft Office PowerPoint</Application>
  <PresentationFormat>On-screen Show (16:9)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2026-04-23T19:33:52Z</dcterms:modified>
</cp:coreProperties>
</file>