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GB" sz="1800" b="1" dirty="0">
                <a:latin typeface="Google Sans"/>
                <a:ea typeface="Google Sans"/>
                <a:cs typeface="Google Sans"/>
                <a:sym typeface="Google Sans"/>
              </a:rPr>
              <a:t> Smart Supply Chains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BottleneckBot is a Next.js 16 application leveraging Google Gemini AI to transform supply chain management. It enables users to input transit data or delay descriptions, receiving instant, AI-driven diagnoses of supply chain bottlenecks. The system pinpoints root causes, assesses cascade risks, and provides targeted, actionable fix recommendations, ensuring resilient logistics and dynamic optimization.</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BottleneckBot distinguishes itself through its real-time, AI-powered diagnostic capabilities, offering a proactive approach to supply chain management. Its flat design UI prioritizes clarity and efficiency, embodying a logistics-precision aesthetic with bold industrial teal and amber, contrasting with cluttered, legacy systems.</a:t>
            </a:r>
          </a:p>
          <a:p>
            <a:pPr>
              <a:defRPr sz="1600"/>
            </a:pPr>
            <a:r>
              <a:t>• Problem Solving Approach</a:t>
            </a:r>
          </a:p>
          <a:p>
            <a:pPr>
              <a:defRPr sz="1600"/>
            </a:pPr>
            <a:r>
              <a:t>• The application utilizes a sophisticated AI model to analyze multifaceted transit data and user input. It formulates precise diagnoses of bottlenecks, identifies root causes, quantifies cascade risks, and generates highly optimized route adjustments or interventions before disruptions compromise delivery timelines.</a:t>
            </a:r>
          </a:p>
          <a:p>
            <a:pPr>
              <a:defRPr sz="1600"/>
            </a:pPr>
            <a:r>
              <a:t>• USP</a:t>
            </a:r>
          </a:p>
          <a:p>
            <a:pPr>
              <a:defRPr sz="1600"/>
            </a:pPr>
            <a:r>
              <a:t>• Pinpoint accuracy in identifying and localizing supply chain bottlenecks, coupled with proactive, AI-driven prescriptive interventions. The intuitive flat design interface ensures immediate understanding and actionability of complex diagnostic information.</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AI-powered root cause analysis for supply chain delays.</a:t>
            </a:r>
          </a:p>
          <a:p>
            <a:pPr>
              <a:defRPr sz="1600"/>
            </a:pPr>
            <a:r>
              <a:t>• Precise bottleneck location identification.</a:t>
            </a:r>
          </a:p>
          <a:p>
            <a:pPr>
              <a:defRPr sz="1600"/>
            </a:pPr>
            <a:r>
              <a:t>• Cascade risk assessment for downstream operations (HIGH/MEDIUM/LOW).</a:t>
            </a:r>
          </a:p>
          <a:p>
            <a:pPr>
              <a:defRPr sz="1600"/>
            </a:pPr>
            <a:r>
              <a:t>• Targeted, actionable fix recommendations ordered by impact.</a:t>
            </a:r>
          </a:p>
          <a:p>
            <a:pPr>
              <a:defRPr sz="1600"/>
            </a:pPr>
            <a:r>
              <a:t>• Responsive, clean user interface with a distinctive flat design aesthetic.</a:t>
            </a:r>
          </a:p>
          <a:p>
            <a:pPr>
              <a:defRPr sz="1600"/>
            </a:pPr>
            <a:r>
              <a:t>• Secure server-side Gemini API integration for robust performance.</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a:t>
            </a:r>
          </a:p>
          <a:p>
            <a:pPr>
              <a:defRPr sz="2100"/>
            </a:pPr>
            <a:r>
              <a:t>• Styling: Tailwind CSS + Custom CSS Variables</a:t>
            </a:r>
          </a:p>
          <a:p>
            <a:pPr>
              <a:defRPr sz="2100"/>
            </a:pPr>
            <a:r>
              <a:t>• Icons: lucide-react</a:t>
            </a:r>
          </a:p>
          <a:p>
            <a:pPr>
              <a:defRPr sz="2100"/>
            </a:pPr>
            <a:r>
              <a:t>• AI: Google Gemini 2.5 Flash API (via `gemini-2.5-flash`)</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53B548B7-AB2B-C7CD-B08F-626A58947BF1}"/>
              </a:ext>
            </a:extLst>
          </p:cNvPr>
          <p:cNvPicPr>
            <a:picLocks noChangeAspect="1"/>
          </p:cNvPicPr>
          <p:nvPr/>
        </p:nvPicPr>
        <p:blipFill>
          <a:blip r:embed="rId4"/>
          <a:stretch>
            <a:fillRect/>
          </a:stretch>
        </p:blipFill>
        <p:spPr>
          <a:xfrm>
            <a:off x="3133344" y="727032"/>
            <a:ext cx="5632704" cy="42945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https://bottleneckbot.vercel.app/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348</Words>
  <Application>Microsoft Office PowerPoint</Application>
  <PresentationFormat>On-screen Show (16:9)</PresentationFormat>
  <Paragraphs>32</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Arial</vt:lpstr>
      <vt:lpstr>Google Sans</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2026-04-23T19:26:27Z</dcterms:modified>
</cp:coreProperties>
</file>