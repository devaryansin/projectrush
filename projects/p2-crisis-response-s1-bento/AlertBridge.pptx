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Rapid Crisis Response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AlertBridge is a Next.js 16 MVP for rapid crisis response in hospitality. It provides a user-friendly interface to report emergencies, instantly generating structured, role-specific alerts for security, medical, management, and guest communications. Leveraging Gemini AI for intelligent summarization, it ensures clear, actionable information during high-pressure situations, unifying communication across stakeholders.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AI-powered, role-specific alert generation for maximum clarity.</a:t>
            </a:r>
          </a:p>
          <a:p>
            <a:pPr>
              <a:defRPr sz="1600"/>
            </a:pPr>
            <a:r>
              <a:t>• Bento Box UI for dense, hierarchical information display.</a:t>
            </a:r>
          </a:p>
          <a:p>
            <a:pPr>
              <a:defRPr sz="1600"/>
            </a:pPr>
            <a:r>
              <a:t>• Seamless integration for immediate use in high-stakes environments.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solution employs a client-side form for user input, a server-side API route for secure Gemini AI integration, and a dynamic, grid-based UI to present both input and output information effectively. Tailwind CSS and custom variables ensure a polished, consistent visual style.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Instantaneous, AI-curated emergency alerts delivered in a structured, role-specific format, drastically reducing response time and improving coordination during hospitality crises.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Crisis reporting form with fields for type, location, affected individuals, severity, and description.</a:t>
            </a:r>
          </a:p>
          <a:p>
            <a:pPr>
              <a:defRPr sz="1600"/>
            </a:pPr>
            <a:r>
              <a:t>• Dynamic loading state indicator.</a:t>
            </a:r>
          </a:p>
          <a:p>
            <a:pPr>
              <a:defRPr sz="1600"/>
            </a:pPr>
            <a:r>
              <a:t>• AI-generated, structured alert output with distinct summaries for Security, Medical, Management, and Guest Comms.</a:t>
            </a:r>
          </a:p>
          <a:p>
            <a:pPr>
              <a:defRPr sz="1600"/>
            </a:pPr>
            <a:r>
              <a:t>• Responsive Bento Box Grid UI design.</a:t>
            </a:r>
          </a:p>
          <a:p>
            <a:pPr>
              <a:defRPr sz="1600"/>
            </a:pPr>
            <a:r>
              <a:t>• Prominent display of "AlertBridge" branding.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Next.js 16 (App Router)</a:t>
            </a:r>
          </a:p>
          <a:p>
            <a:pPr>
              <a:defRPr sz="2100"/>
            </a:pPr>
            <a:r>
              <a:t>• React 19</a:t>
            </a:r>
          </a:p>
          <a:p>
            <a:pPr>
              <a:defRPr sz="2100"/>
            </a:pPr>
            <a:r>
              <a:t>• TypeScript</a:t>
            </a:r>
          </a:p>
          <a:p>
            <a:pPr>
              <a:defRPr sz="2100"/>
            </a:pPr>
            <a:r>
              <a:t>• Tailwind CSS</a:t>
            </a:r>
          </a:p>
          <a:p>
            <a:pPr>
              <a:defRPr sz="2100"/>
            </a:pPr>
            <a:r>
              <a:t>• Gemini 2.5 Flash API</a:t>
            </a:r>
          </a:p>
          <a:p>
            <a:pPr>
              <a:defRPr sz="2100"/>
            </a:pPr>
            <a:r>
              <a:t>• Lucide React Icons</a:t>
            </a:r>
          </a:p>
          <a:p>
            <a:pPr>
              <a:defRPr sz="2100"/>
            </a:pPr>
            <a:r>
              <a:t>• Constraints:</a:t>
            </a:r>
          </a:p>
          <a:p>
            <a:pPr>
              <a:defRPr sz="2100"/>
            </a:pPr>
            <a:r>
              <a:t>• No additional npm packages beyond specified core dependencies.</a:t>
            </a:r>
          </a:p>
          <a:p>
            <a:pPr>
              <a:defRPr sz="2100"/>
            </a:pPr>
            <a:r>
              <a:t>• Strict adherence to the Bento Box UI style guide.</a:t>
            </a:r>
          </a:p>
          <a:p>
            <a:pPr>
              <a:defRPr sz="2100"/>
            </a:pPr>
            <a:r>
              <a:t>• Server-side API key management.</a:t>
            </a:r>
          </a:p>
          <a:p>
            <a:pPr>
              <a:defRPr sz="2100"/>
            </a:pPr>
            <a:r>
              <a:t>• Hydration error mitigation for dynamic button states.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413729-9084-D612-894E-7C991E36E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29" y="1289281"/>
            <a:ext cx="7999141" cy="37047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https://alertbridge-sc.vercel.app/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347</Words>
  <Application>Microsoft Office PowerPoint</Application>
  <PresentationFormat>On-screen Show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2026-04-23T19:18:41Z</dcterms:modified>
</cp:coreProperties>
</file>