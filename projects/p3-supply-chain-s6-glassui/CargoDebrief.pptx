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</a:t>
            </a: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lang="en-GB" sz="1800" b="1">
                <a:latin typeface="Google Sans"/>
                <a:ea typeface="Google Sans"/>
                <a:cs typeface="Google Sans"/>
                <a:sym typeface="Google Sans"/>
              </a:rPr>
              <a:t>Smart Supply Chains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5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100"/>
            </a:pPr>
            <a:r>
              <a:t>CargoDebrief is a Next.js 16 application designed to conduct forensic post-mortem analysis of supply chain disruptions. Leveraging Google Gemini AI, it generates comprehensive reports including root cause analysis, systemic weaknesses, lessons learned, and a prioritized prevention checklist, helping organizations swiftly mitigate future delays and enhance logistics resilience. The system provides a premium, "Glass UI" experience, making complex data actionable and visually accessible.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</a:t>
            </a:r>
          </a:p>
          <a:p>
            <a:pPr>
              <a:defRPr sz="1600"/>
            </a:pPr>
            <a:r>
              <a:t>• CargoDebrief stands out by offering an AI-powered, forensic analysis of supply chain incidents, moving beyond mere incident logging to generate proactive prevention strategies. Its "Glass UI" provides a premium, intuitive user experience, distinct from typical enterprise tools.</a:t>
            </a:r>
          </a:p>
          <a:p>
            <a:pPr>
              <a:defRPr sz="1600"/>
            </a:pPr>
            <a:r>
              <a:t>• Problem Solving Approach</a:t>
            </a:r>
          </a:p>
          <a:p>
            <a:pPr>
              <a:defRPr sz="1600"/>
            </a:pPr>
            <a:r>
              <a:t>• The tool addresses the chronic issue of reactive responses to supply chain disruptions by providing an objective, AI-driven root cause analysis and a concrete, prioritized prevention checklist. It translates complex incident data into clear, actionable intelligence, fostering continuous improvement.</a:t>
            </a:r>
          </a:p>
          <a:p>
            <a:pPr>
              <a:defRPr sz="1600"/>
            </a:pPr>
            <a:r>
              <a:t>• USP</a:t>
            </a:r>
          </a:p>
          <a:p>
            <a:pPr>
              <a:defRPr sz="1600"/>
            </a:pPr>
            <a:r>
              <a:t>• Its Unique Selling Proposition is the combination of an advanced AI post-mortem engine with a modern, high-fidelity Glass UI, delivering both deep analytical insight and an exceptional user experience for critical supply chain incident management.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AI-powered forensic post-mortem analysis of supply chain incidents.</a:t>
            </a:r>
          </a:p>
          <a:p>
            <a:pPr>
              <a:defRPr sz="1600"/>
            </a:pPr>
            <a:r>
              <a:t>• Structured output including timeline, 5-Why root cause analysis, and systemic weaknesses.</a:t>
            </a:r>
          </a:p>
          <a:p>
            <a:pPr>
              <a:defRPr sz="1600"/>
            </a:pPr>
            <a:r>
              <a:t>• Generates key lessons learned and a prioritized, actionable prevention checklist.</a:t>
            </a:r>
          </a:p>
          <a:p>
            <a:pPr>
              <a:defRPr sz="1600"/>
            </a:pPr>
            <a:r>
              <a:t>• Intuitive and responsive Glass UI design with dark mode and accent glows.</a:t>
            </a:r>
          </a:p>
          <a:p>
            <a:pPr>
              <a:defRPr sz="1600"/>
            </a:pPr>
            <a:r>
              <a:t>• Real-time loading states and graceful error handling.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500" b="1"/>
            </a:pPr>
            <a:r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100"/>
            </a:pPr>
            <a:r>
              <a:t>• Frontend: Next.js 16 (App Router), React 19, TypeScript</a:t>
            </a:r>
          </a:p>
          <a:p>
            <a:pPr>
              <a:defRPr sz="2100"/>
            </a:pPr>
            <a:r>
              <a:t>• Styling: Tailwind CSS with custom Glass UI variables, Google Fonts</a:t>
            </a:r>
          </a:p>
          <a:p>
            <a:pPr>
              <a:defRPr sz="2100"/>
            </a:pPr>
            <a:r>
              <a:t>• Icons: Lucide React</a:t>
            </a:r>
          </a:p>
          <a:p>
            <a:pPr>
              <a:defRPr sz="2100"/>
            </a:pPr>
            <a:r>
              <a:t>• Backend: Next.js API Routes (server-side)</a:t>
            </a:r>
          </a:p>
          <a:p>
            <a:pPr>
              <a:defRPr sz="2100"/>
            </a:pPr>
            <a:r>
              <a:t>• AI Integration: Google Gemini 2.5 Flash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23E9EC-8099-9E2E-7A4F-8E0DC04C9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1325847"/>
            <a:ext cx="6425630" cy="38176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https://cargodebrief.vercel.app/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372</Words>
  <Application>Microsoft Office PowerPoint</Application>
  <PresentationFormat>On-screen Show (16:9)</PresentationFormat>
  <Paragraphs>31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Google Sans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3</cp:revision>
  <dcterms:modified xsi:type="dcterms:W3CDTF">2026-04-23T19:29:24Z</dcterms:modified>
</cp:coreProperties>
</file>