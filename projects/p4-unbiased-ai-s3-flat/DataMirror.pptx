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 </a:t>
            </a:r>
            <a:r>
              <a:rPr lang="en-GB" sz="1800" b="1">
                <a:latin typeface="Google Sans"/>
                <a:ea typeface="Google Sans"/>
                <a:cs typeface="Google Sans"/>
                <a:sym typeface="Google Sans"/>
              </a:rPr>
              <a:t> Unbiased AI Decision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DataMirror is a Next.js 16 application built with a Flat Design UI that empowers users to detect discriminatory proxy features within their datasets. By analyzing column names and sample values, it leverages Gemini AI to identify correlations with protected attributes, assess risk levels, and suggest data transformations, promoting fairness and algorithmic accountability.</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A pure Flat Design aesthetic, strict adherence to Next.js 16 and modern frontend practices, and direct Gemini AI integration for bias detection differentiate DataMirror from generic data analysis tools.</a:t>
            </a:r>
          </a:p>
          <a:p>
            <a:pPr>
              <a:defRPr sz="1600"/>
            </a:pPr>
            <a:r>
              <a:t>• Problem Solving Approach</a:t>
            </a:r>
          </a:p>
          <a:p>
            <a:pPr>
              <a:defRPr sz="1600"/>
            </a:pPr>
            <a:r>
              <a:t>• The tool addresses the critical issue of algorithmic bias by proactively identifying hidden discriminatory proxies before models are deployed. It translates complex AI fairness concepts into an accessible user experience.</a:t>
            </a:r>
          </a:p>
          <a:p>
            <a:pPr>
              <a:defRPr sz="1600"/>
            </a:pPr>
            <a:r>
              <a:t>• USP</a:t>
            </a:r>
          </a:p>
          <a:p>
            <a:pPr>
              <a:defRPr sz="1600"/>
            </a:pPr>
            <a:r>
              <a:t>• DataMirror's unique selling proposition lies in its focused approach to proxy detection with a visually distinct, high-contrast Flat Design UI, coupled with AI-driven analysis and specific mitigation suggestions.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Dataset input form for column names and sample values.</a:t>
            </a:r>
          </a:p>
          <a:p>
            <a:pPr>
              <a:defRPr sz="1600"/>
            </a:pPr>
            <a:r>
              <a:t>• Real-time loading indicator during AI analysis.</a:t>
            </a:r>
          </a:p>
          <a:p>
            <a:pPr>
              <a:defRPr sz="1600"/>
            </a:pPr>
            <a:r>
              <a:t>• Clearly displayed results categorizing proxy features, protected attributes, risk levels, and suggested transformations.</a:t>
            </a:r>
          </a:p>
          <a:p>
            <a:pPr>
              <a:defRPr sz="1600"/>
            </a:pPr>
            <a:r>
              <a:t>• Flat Design UI with bold typography and color-blocking.</a:t>
            </a:r>
          </a:p>
          <a:p>
            <a:pPr>
              <a:defRPr sz="1600"/>
            </a:pPr>
            <a:r>
              <a:t>• Responsive design for accessibility across devices.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Custom CSS Variables</a:t>
            </a:r>
          </a:p>
          <a:p>
            <a:pPr>
              <a:defRPr sz="2100"/>
            </a:pPr>
            <a:r>
              <a:t>• Icons: lucide-react</a:t>
            </a:r>
          </a:p>
          <a:p>
            <a:pPr>
              <a:defRPr sz="2100"/>
            </a:pPr>
            <a:r>
              <a:t>• AI Integration: Gemini AI (gemini-2.5-flash) via server-side API route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6A54E3C3-7AD0-E4E3-28DD-DB9DE9293E21}"/>
              </a:ext>
            </a:extLst>
          </p:cNvPr>
          <p:cNvPicPr>
            <a:picLocks noChangeAspect="1"/>
          </p:cNvPicPr>
          <p:nvPr/>
        </p:nvPicPr>
        <p:blipFill>
          <a:blip r:embed="rId4"/>
          <a:stretch>
            <a:fillRect/>
          </a:stretch>
        </p:blipFill>
        <p:spPr>
          <a:xfrm>
            <a:off x="2743200" y="964710"/>
            <a:ext cx="5930756" cy="40690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https://datamirror-sc.vercel.app/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308</Words>
  <Application>Microsoft Office PowerPoint</Application>
  <PresentationFormat>On-screen Show (16:9)</PresentationFormat>
  <Paragraphs>31</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2026-04-23T19:31:57Z</dcterms:modified>
</cp:coreProperties>
</file>