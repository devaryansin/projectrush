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 Rapid Crisis Response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ResponderBrief is a Next.js application designed for accelerated emergency response and crisis coordination in hospitality. It provides a robust solution to instantly detect, report, and synchronize crisis response efforts by generating concise, AI-powered first responder handoff briefs. This tool eliminates fragmented communication, ensuring critical information reaches emergency services promptly to protect lives and property.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</a:t>
            </a:r>
          </a:p>
          <a:p>
            <a:pPr>
              <a:defRPr sz="1600"/>
            </a:pPr>
            <a:r>
              <a:t>• Specialized for hospitality emergency management and crisis coordination.</a:t>
            </a:r>
          </a:p>
          <a:p>
            <a:pPr>
              <a:defRPr sz="1600"/>
            </a:pPr>
            <a:r>
              <a:t>• AI-powered generation of structured, emergency services-specific briefs.</a:t>
            </a:r>
          </a:p>
          <a:p>
            <a:pPr>
              <a:defRPr sz="1600"/>
            </a:pPr>
            <a:r>
              <a:t>• Distinctive, premium Glass UI optimized for high-stress environments.</a:t>
            </a:r>
          </a:p>
          <a:p>
            <a:pPr>
              <a:defRPr sz="1600"/>
            </a:pPr>
            <a:r>
              <a:t>• Focus on factual, concise information delivery to enhance response speed.</a:t>
            </a:r>
          </a:p>
          <a:p>
            <a:pPr>
              <a:defRPr sz="1600"/>
            </a:pPr>
            <a:r>
              <a:t>• Problem Solving Approach</a:t>
            </a:r>
          </a:p>
          <a:p>
            <a:pPr>
              <a:defRPr sz="1600"/>
            </a:pPr>
            <a:r>
              <a:t>• Centralizes critical incident data (venue, crisis type, casualties, access).</a:t>
            </a:r>
          </a:p>
          <a:p>
            <a:pPr>
              <a:defRPr sz="1600"/>
            </a:pPr>
            <a:r>
              <a:t>• Leverages Gemini AI to synthesize input into a professional, actionable brief.</a:t>
            </a:r>
          </a:p>
          <a:p>
            <a:pPr>
              <a:defRPr sz="1600"/>
            </a:pPr>
            <a:r>
              <a:t>• Establishes a clear, reliable communication channel for incoming responders.</a:t>
            </a:r>
          </a:p>
          <a:p>
            <a:pPr>
              <a:defRPr sz="1600"/>
            </a:pPr>
            <a:r>
              <a:t>• Eliminates manual report generation and potential information loss during crises.</a:t>
            </a:r>
          </a:p>
          <a:p>
            <a:pPr>
              <a:defRPr sz="1600"/>
            </a:pPr>
            <a:r>
              <a:t>• USP</a:t>
            </a:r>
          </a:p>
          <a:p>
            <a:pPr>
              <a:defRPr sz="1600"/>
            </a:pPr>
            <a:r>
              <a:t>• Instant, AI-powered, structured first responder handoff briefs for hospitality emergencies, drastically reducing response times and improving coordination through a specialized, intuitive interface.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User input form for key crisis details: venue, crisis type, status, casualties, access.</a:t>
            </a:r>
          </a:p>
          <a:p>
            <a:pPr>
              <a:defRPr sz="1600"/>
            </a:pPr>
            <a:r>
              <a:t>• AI-driven (Gemini 2.5 Flash) generation of SBAR-formatted emergency briefs.</a:t>
            </a:r>
          </a:p>
          <a:p>
            <a:pPr>
              <a:defRPr sz="1600"/>
            </a:pPr>
            <a:r>
              <a:t>• Clear loading states and graceful error handling for robust user experience.</a:t>
            </a:r>
          </a:p>
          <a:p>
            <a:pPr>
              <a:defRPr sz="1600"/>
            </a:pPr>
            <a:r>
              <a:t>• Visually hierarchical display of AI-generated content within glass panels.</a:t>
            </a:r>
          </a:p>
          <a:p>
            <a:pPr>
              <a:defRPr sz="1600"/>
            </a:pPr>
            <a:r>
              <a:t>• Fully responsive design, optimized for mobile and desktop use.</a:t>
            </a:r>
          </a:p>
          <a:p>
            <a:pPr>
              <a:defRPr sz="1600"/>
            </a:pPr>
            <a:r>
              <a:t>• Professional Glass UI with dark mode, blur, neon accents, and distinct typography.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5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100"/>
            </a:pPr>
            <a:r>
              <a:t>• Frontend: Next.js 16, React, TypeScript (App Router).</a:t>
            </a:r>
          </a:p>
          <a:p>
            <a:pPr>
              <a:defRPr sz="2100"/>
            </a:pPr>
            <a:r>
              <a:t>• Styling: Tailwind CSS with custom CSS variables (Glass UI).</a:t>
            </a:r>
          </a:p>
          <a:p>
            <a:pPr>
              <a:defRPr sz="2100"/>
            </a:pPr>
            <a:r>
              <a:t>• Icons: Lucide-React for a clean, functional icon set.</a:t>
            </a:r>
          </a:p>
          <a:p>
            <a:pPr>
              <a:defRPr sz="2100"/>
            </a:pPr>
            <a:r>
              <a:t>• AI Integration: Google Gemini 2.5 Flash API for brief generation.</a:t>
            </a:r>
          </a:p>
          <a:p>
            <a:pPr>
              <a:defRPr sz="2100"/>
            </a:pPr>
            <a:r>
              <a:t>• Backend: Node.js 24.x environment for API route.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F05B8C-A9BF-96E2-A477-EA95BA803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079" y="1240818"/>
            <a:ext cx="6542345" cy="39026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https://responderbrief.vercel.app/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393</Words>
  <Application>Microsoft Office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3</cp:revision>
  <dcterms:modified xsi:type="dcterms:W3CDTF">2026-04-23T19:23:42Z</dcterms:modified>
</cp:coreProperties>
</file>