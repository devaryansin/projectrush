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Smart Resource Allocation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TaskForge is a Next.js application designed to optimize volunteer coordination for NGOs. It addresses the challenge of scattered community data by using Gemini AI to transform high-level problem descriptions into structured, assignable volunteer task breakdowns. This system ensures efficient resource allocation by clearly defining urgent tasks, matching volunteer skills, and enabling focused social impact.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TaskForge distinguishes itself by leveraging Gemini AI to automatically decompose vague community problems into highly specific, assignable, and detailed volunteer tasks, moving beyond generic volunteer registration to intelligent task orchestration.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approach combines data centralization for community needs assessment with an AI-first strategy for dynamic task generation. This ensures that volunteer efforts are always directed towards well-defined, impactful actions, maximizing resource utility and social impact.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TaskForge's unique selling proposition is its ability to auto-generate a comprehensive, structured volunteer task breakdown—including deliverables, required skills, time estimates, and dependencies—from a simple community problem description.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Intuitive input form for community problem details (description, volunteer count, timeframe, location, resources).</a:t>
            </a:r>
          </a:p>
          <a:p>
            <a:pPr>
              <a:defRPr sz="1600"/>
            </a:pPr>
            <a:r>
              <a:t>• AI-powered decomposition of vague community problems into 6-8 specific, assignable tasks.</a:t>
            </a:r>
          </a:p>
          <a:p>
            <a:pPr>
              <a:defRPr sz="1600"/>
            </a:pPr>
            <a:r>
              <a:t>• Structured output displaying task name, clear deliverable, required skills, time estimate, volunteer count, dependencies, and success criteria.</a:t>
            </a:r>
          </a:p>
          <a:p>
            <a:pPr>
              <a:defRPr sz="1600"/>
            </a:pPr>
            <a:r>
              <a:t>• Production-ready Next.js 16 application featuring a distinct flat design UI with strong color contrast.</a:t>
            </a:r>
          </a:p>
          <a:p>
            <a:pPr>
              <a:defRPr sz="1600"/>
            </a:pPr>
            <a:r>
              <a:t>• Responsive layout with clear loading and error state handling.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Frontend: Next.js 16 (App Router), TypeScript, Tailwind CSS</a:t>
            </a:r>
          </a:p>
          <a:p>
            <a:pPr>
              <a:defRPr sz="2100"/>
            </a:pPr>
            <a:r>
              <a:t>• Styling: Custom CSS variables, lucide-react for flat icons</a:t>
            </a:r>
          </a:p>
          <a:p>
            <a:pPr>
              <a:defRPr sz="2100"/>
            </a:pPr>
            <a:r>
              <a:t>• AI Integration: Google Gemini-2.5-flash API</a:t>
            </a:r>
          </a:p>
          <a:p>
            <a:pPr>
              <a:defRPr sz="2100"/>
            </a:pPr>
            <a:r>
              <a:t>• Build: next build --no-turbo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F1A8D5-8590-1D97-BBF3-D292E27DE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043" y="855225"/>
            <a:ext cx="5400163" cy="42778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https://taskforge-sc.vercel.app/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354</Words>
  <Application>Microsoft Office PowerPoint</Application>
  <PresentationFormat>On-screen Show (16:9)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2026-04-23T19:37:38Z</dcterms:modified>
</cp:coreProperties>
</file>