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Smart Supply Chains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ETA Shield is a Next.js 16 web application designed to empower logistics professionals with preemptive disruption detection and dynamic route optimization. It allows users to input shipment details and identified disruptions to instantly receive a revised ETA, a detailed impact assessment, and a draft communication for stakeholders. By leveraging the Gemini AI model, the system analyzes complex transit data to mitigate cascading delays and enhance supply chain resilience, offering real-time intelligence in a minimalist, intuitive interface.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The tool differentiates itself by offering immediate, AI-driven insights into complex supply chain disruptions, moving beyond reactive reporting to proactive problem-solving. Its minimalist UI focuses entirely on critical information, reducing cognitive load and enhancing user experience in high-stakes situations.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ETA Shield addresses the critical issue of reactive disruption management by employing Gemini AI to simulate scenarios and predict outcomes. It provides actionable intelligence, allowing users to make data-backed decisions on route adjustments and stakeholder communication before minor issues escalate into major crises.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Its unique selling proposition is the combination of AI-powered predictive analytics for supply chain disruptions with a "maximum reduction" minimalist UI, offering critical insights with unparalleled clarity and speed, specifically for ETA recalculation and impact assessment.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AI-Powered ETA Recalculation: Instantly revises ETAs based on disruption type, severity, and cargo criticality.</a:t>
            </a:r>
          </a:p>
          <a:p>
            <a:pPr>
              <a:defRPr sz="1600"/>
            </a:pPr>
            <a:r>
              <a:t>• Detailed Impact Assessment: Provides breakdown of delay causes and downstream effects on operations.</a:t>
            </a:r>
          </a:p>
          <a:p>
            <a:pPr>
              <a:defRPr sz="1600"/>
            </a:pPr>
            <a:r>
              <a:t>• Automated Stakeholder Communication: Generates a concise, three-sentence email for timely updates.</a:t>
            </a:r>
          </a:p>
          <a:p>
            <a:pPr>
              <a:defRPr sz="1600"/>
            </a:pPr>
            <a:r>
              <a:t>• Minimalist User Interface: Clean, focused design emphasizing essential information and ease of use.</a:t>
            </a:r>
          </a:p>
          <a:p>
            <a:pPr>
              <a:defRPr sz="1600"/>
            </a:pPr>
            <a:r>
              <a:t>• Responsive Design: Ensures usability across various devices (desktop and mobile).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Frontend Framework: Next.js 16 (App Router)</a:t>
            </a:r>
          </a:p>
          <a:p>
            <a:pPr>
              <a:defRPr sz="2100"/>
            </a:pPr>
            <a:r>
              <a:t>• Language: TypeScript</a:t>
            </a:r>
          </a:p>
          <a:p>
            <a:pPr>
              <a:defRPr sz="2100"/>
            </a:pPr>
            <a:r>
              <a:t>• Styling: Tailwind CSS with custom CSS variables</a:t>
            </a:r>
          </a:p>
          <a:p>
            <a:pPr>
              <a:defRPr sz="2100"/>
            </a:pPr>
            <a:r>
              <a:t>• Icons: Lucide React</a:t>
            </a:r>
          </a:p>
          <a:p>
            <a:pPr>
              <a:defRPr sz="2100"/>
            </a:pPr>
            <a:r>
              <a:t>• AI Integration: Google Gemini-2.5-Flash via server-side API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AA905F-E2B5-6687-4DB5-BDBD245F1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461" y="855225"/>
            <a:ext cx="3426012" cy="41193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https://etashield.vercel.app/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392</Words>
  <Application>Microsoft Office PowerPoint</Application>
  <PresentationFormat>On-screen Show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2026-04-23T19:27:40Z</dcterms:modified>
</cp:coreProperties>
</file>