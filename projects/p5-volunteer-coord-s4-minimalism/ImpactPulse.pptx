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a:t>
            </a:r>
            <a:r>
              <a:rPr lang="en-GB" sz="1800" b="1" dirty="0">
                <a:latin typeface="Google Sans"/>
                <a:ea typeface="Google Sans"/>
                <a:cs typeface="Google Sans"/>
                <a:sym typeface="Google Sans"/>
              </a:rPr>
              <a:t> Smart Resource Allocation</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ImpactPulse is a Next.js 16 MVP designed to transform scattered volunteer activity data into actionable insights for NGOs. It features a minimalist UI for easy input of volunteer hours, tasks, and served community members, leveraging Gemini AI to generate compelling impact narrative reports. The system visualizes data to highlight urgent community needs and optimize volunteer resource allocation for social impact.</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Leverages Gemini AI for sophisticated data transformation into human-centered impact narratives, going beyond simple data aggregation. Offers a strictly minimalist UI focused on clarity and ease of use, reducing user cognitive load.</a:t>
            </a:r>
          </a:p>
          <a:p>
            <a:pPr>
              <a:defRPr sz="1600"/>
            </a:pPr>
            <a:r>
              <a:t>• Problem Solving Approach</a:t>
            </a:r>
          </a:p>
          <a:p>
            <a:pPr>
              <a:defRPr sz="1600"/>
            </a:pPr>
            <a:r>
              <a:t>• The solution tackles the problem of scattered social impact data by providing a centralized input mechanism. It then uses AI to synthesize this data into digestible, compelling reports that inform decision-making and donor engagement.</a:t>
            </a:r>
          </a:p>
          <a:p>
            <a:pPr>
              <a:defRPr sz="1600"/>
            </a:pPr>
            <a:r>
              <a:t>• USP</a:t>
            </a:r>
          </a:p>
          <a:p>
            <a:pPr>
              <a:defRPr sz="1600"/>
            </a:pPr>
            <a:r>
              <a:t>• Smart Resource Allocation: Converts raw volunteer logs into strategic insights, enabling better understanding of community needs and more efficient volunteer deployment.</a:t>
            </a:r>
          </a:p>
          <a:p>
            <a:pPr>
              <a:defRPr sz="1600"/>
            </a:pPr>
            <a:r>
              <a:t>• AI-Powered Narrative Generation: Creates human-centered impact stories, making data accessible and persuasive for diverse stakeholders.</a:t>
            </a:r>
          </a:p>
          <a:p>
            <a:pPr>
              <a:defRPr sz="1600"/>
            </a:pPr>
            <a:r>
              <a:t>• Minimalist UI: Ensures ease of data entry and clear presentation of results, adhering to a strict design philosophy for maximum focus.</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Intuitive data input form for volunteer activities.</a:t>
            </a:r>
          </a:p>
          <a:p>
            <a:pPr>
              <a:defRPr sz="1600"/>
            </a:pPr>
            <a:r>
              <a:t>• AI-generated impact summary reports including narratives, key metrics, and efficiency scores.</a:t>
            </a:r>
          </a:p>
          <a:p>
            <a:pPr>
              <a:defRPr sz="1600"/>
            </a:pPr>
            <a:r>
              <a:t>• Loading state for analysis requests.</a:t>
            </a:r>
          </a:p>
          <a:p>
            <a:pPr>
              <a:defRPr sz="1600"/>
            </a:pPr>
            <a:r>
              <a:t>• Clean, typographic display of generated reports.</a:t>
            </a:r>
          </a:p>
          <a:p>
            <a:pPr>
              <a:defRPr sz="1600"/>
            </a:pPr>
            <a:r>
              <a:t>• Responsive, minimalist user interface.</a:t>
            </a:r>
          </a:p>
          <a:p>
            <a:pPr>
              <a:defRPr sz="1600"/>
            </a:pPr>
            <a:r>
              <a:t>• Error handling for API calls and data processing.</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Next.js 16 (App Router)</a:t>
            </a:r>
          </a:p>
          <a:p>
            <a:pPr>
              <a:defRPr sz="2100"/>
            </a:pPr>
            <a:r>
              <a:t>• TypeScript</a:t>
            </a:r>
          </a:p>
          <a:p>
            <a:pPr>
              <a:defRPr sz="2100"/>
            </a:pPr>
            <a:r>
              <a:t>• Tailwind CSS</a:t>
            </a:r>
          </a:p>
          <a:p>
            <a:pPr>
              <a:defRPr sz="2100"/>
            </a:pPr>
            <a:r>
              <a:t>• Gemini 2.5-flash API</a:t>
            </a:r>
          </a:p>
          <a:p>
            <a:pPr>
              <a:defRPr sz="2100"/>
            </a:pPr>
            <a:r>
              <a:t>• Lucide-react for icons (minimal usage)</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D41F7490-6C6C-8FA2-2408-1EAC399DC8CA}"/>
              </a:ext>
            </a:extLst>
          </p:cNvPr>
          <p:cNvPicPr>
            <a:picLocks noChangeAspect="1"/>
          </p:cNvPicPr>
          <p:nvPr/>
        </p:nvPicPr>
        <p:blipFill>
          <a:blip r:embed="rId4"/>
          <a:stretch>
            <a:fillRect/>
          </a:stretch>
        </p:blipFill>
        <p:spPr>
          <a:xfrm>
            <a:off x="4187015" y="769880"/>
            <a:ext cx="3733498" cy="42882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https://impactpulse.vercel.app/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347</Words>
  <Application>Microsoft Office PowerPoint</Application>
  <PresentationFormat>On-screen Show (16:9)</PresentationFormat>
  <Paragraphs>34</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2026-04-23T19:38:30Z</dcterms:modified>
</cp:coreProperties>
</file>