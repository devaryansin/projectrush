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a:solidFill>
                  <a:srgbClr val="000000"/>
                </a:solidFill>
                <a:latin typeface="Google Sans"/>
                <a:ea typeface="Google Sans"/>
                <a:cs typeface="Google Sans"/>
                <a:sym typeface="Google Sans"/>
              </a:rPr>
              <a:t>Problem Statement:</a:t>
            </a:r>
            <a:r>
              <a:rPr lang="en-GB" sz="1800" b="1">
                <a:latin typeface="Google Sans"/>
                <a:ea typeface="Google Sans"/>
                <a:cs typeface="Google Sans"/>
                <a:sym typeface="Google Sans"/>
              </a:rPr>
              <a:t> Smart Supply Chains</a:t>
            </a:r>
            <a:r>
              <a:rPr lang="en-GB" sz="1800" b="1" i="0" u="none" strike="noStrike" cap="none">
                <a:solidFill>
                  <a:srgbClr val="000000"/>
                </a:solidFill>
                <a:latin typeface="Google Sans"/>
                <a:ea typeface="Google Sans"/>
                <a:cs typeface="Google Sans"/>
                <a:sym typeface="Google Sans"/>
              </a:rPr>
              <a:t> </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Brief:</a:t>
            </a:r>
            <a:endParaRPr sz="1800" b="0" i="0" u="none" strike="noStrike" cap="none" dirty="0">
              <a:solidFill>
                <a:srgbClr val="000000"/>
              </a:solidFill>
              <a:latin typeface="Google Sans"/>
              <a:ea typeface="Google Sans"/>
              <a:cs typeface="Google Sans"/>
              <a:sym typeface="Google Sans"/>
            </a:endParaRPr>
          </a:p>
          <a:p>
            <a:pPr>
              <a:defRPr sz="2100"/>
            </a:pPr>
            <a:r>
              <a:t>DisruptRadar is a Next.js 16 web application designed to preemptively detect and mitigate supply chain disruptions. It provides users with a disruption risk score, identifies top risk factors, and offers specific mitigation recommendations for their shipment routes. By leveraging Gemini AI to analyze complex transit data, the system aims to prevent localized bottlenecks from escalating into broader delays, ensuring more resilient and dynamic logistics. The interface utilizes a modern, information-dense Bento Box Grid UI for optimal clarity.</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DisruptRadar differentiates itself through its AI-powered preemptive detection and specific, actionable mitigation recommendations, moving beyond reactive disruption management. The unique Bento Box Grid UI offers a visually engaging and information-rich user experience, unlike standard dashboard layouts.</a:t>
            </a:r>
          </a:p>
          <a:p>
            <a:pPr>
              <a:defRPr sz="1600"/>
            </a:pPr>
            <a:r>
              <a:t>• Problem Solving Approach</a:t>
            </a:r>
          </a:p>
          <a:p>
            <a:pPr>
              <a:defRPr sz="1600"/>
            </a:pPr>
            <a:r>
              <a:t>• The system continuously analyzes multifaceted transit data, including weather patterns, geopolitical factors, infrastructure reliability, seasonal demand, and historical disruption data. It formulates dynamic mechanisms to instantly execute or recommend highly optimized route adjustments, preventing localized issues from cascading.</a:t>
            </a:r>
          </a:p>
          <a:p>
            <a:pPr>
              <a:defRPr sz="1600"/>
            </a:pPr>
            <a:r>
              <a:t>• USP</a:t>
            </a:r>
          </a:p>
          <a:p>
            <a:pPr>
              <a:defRPr sz="1600"/>
            </a:pPr>
            <a:r>
              <a:t>• "Input your shipment route — get a disruption risk score before it happens." DisruptRadar's core USP is its comprehensive, AI-driven, real-time disruption prediction coupled with actionable, data-driven mitigation strategies, all presented within an intuitive and information-dense interface.</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User input form for origin, destination, cargo type, departure date, and transport mode.</a:t>
            </a:r>
          </a:p>
          <a:p>
            <a:pPr>
              <a:defRPr sz="1600"/>
            </a:pPr>
            <a:r>
              <a:t>• AI-generated disruption probability score (0-100%) for specific routes.</a:t>
            </a:r>
          </a:p>
          <a:p>
            <a:pPr>
              <a:defRPr sz="1600"/>
            </a:pPr>
            <a:r>
              <a:t>• Identification and scoring of top 3 risk factors.</a:t>
            </a:r>
          </a:p>
          <a:p>
            <a:pPr>
              <a:defRPr sz="1600"/>
            </a:pPr>
            <a:r>
              <a:t>• Severity breakdown by categories (weather, geopolitical, infrastructure, demand).</a:t>
            </a:r>
          </a:p>
          <a:p>
            <a:pPr>
              <a:defRPr sz="1600"/>
            </a:pPr>
            <a:r>
              <a:t>• 2-3 specific and actionable mitigation recommendations.</a:t>
            </a:r>
          </a:p>
          <a:p>
            <a:pPr>
              <a:defRPr sz="1600"/>
            </a:pPr>
            <a:r>
              <a:t>• Dynamic loading states during AI analysis.</a:t>
            </a:r>
          </a:p>
          <a:p>
            <a:pPr>
              <a:defRPr sz="1600"/>
            </a:pPr>
            <a:r>
              <a:t>• Graceful error handling for API calls.</a:t>
            </a:r>
          </a:p>
          <a:p>
            <a:pPr>
              <a:defRPr sz="1600"/>
            </a:pPr>
            <a:r>
              <a:t>• Fully responsive Bento Box Grid UI for desktop and mobile.</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Technologies:</a:t>
            </a:r>
            <a:endParaRPr sz="1200" b="0" i="0" u="none" strike="noStrike" cap="none" dirty="0">
              <a:solidFill>
                <a:srgbClr val="000000"/>
              </a:solidFill>
              <a:latin typeface="Google Sans"/>
              <a:ea typeface="Google Sans"/>
              <a:cs typeface="Google Sans"/>
              <a:sym typeface="Google Sans"/>
            </a:endParaRPr>
          </a:p>
          <a:p>
            <a:pPr>
              <a:defRPr sz="2100"/>
            </a:pPr>
            <a:r>
              <a:t>• Next.js 16 (App Router)</a:t>
            </a:r>
          </a:p>
          <a:p>
            <a:pPr>
              <a:defRPr sz="2100"/>
            </a:pPr>
            <a:r>
              <a:t>• TypeScript</a:t>
            </a:r>
          </a:p>
          <a:p>
            <a:pPr>
              <a:defRPr sz="2100"/>
            </a:pPr>
            <a:r>
              <a:t>• Tailwind CSS (with custom CSS variables)</a:t>
            </a:r>
          </a:p>
          <a:p>
            <a:pPr>
              <a:defRPr sz="2100"/>
            </a:pPr>
            <a:r>
              <a:t>• lucide-react (for icons)</a:t>
            </a:r>
          </a:p>
          <a:p>
            <a:pPr>
              <a:defRPr sz="2100"/>
            </a:pPr>
            <a:r>
              <a:t>• Google Gemini API (`gemini-2.5-flash`)</a:t>
            </a:r>
          </a:p>
          <a:p>
            <a:pPr>
              <a:defRPr sz="2100"/>
            </a:pPr>
            <a:r>
              <a:t>• Node.js 24.x</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Snapshots of the MVP</a:t>
            </a:r>
            <a:endParaRPr sz="1800" b="0" i="0" u="none" strike="noStrike" cap="non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02688641-B728-A6C3-3778-4944716C1FD8}"/>
              </a:ext>
            </a:extLst>
          </p:cNvPr>
          <p:cNvPicPr>
            <a:picLocks noChangeAspect="1"/>
          </p:cNvPicPr>
          <p:nvPr/>
        </p:nvPicPr>
        <p:blipFill>
          <a:blip r:embed="rId4"/>
          <a:stretch>
            <a:fillRect/>
          </a:stretch>
        </p:blipFill>
        <p:spPr>
          <a:xfrm>
            <a:off x="877824" y="1221455"/>
            <a:ext cx="7516368" cy="39239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https://disruptradar.vercel.app/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405</Words>
  <Application>Microsoft Office PowerPoint</Application>
  <PresentationFormat>On-screen Show (16:9)</PresentationFormat>
  <Paragraphs>35</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3</cp:revision>
  <dcterms:modified xsi:type="dcterms:W3CDTF">2026-04-23T19:24:44Z</dcterms:modified>
</cp:coreProperties>
</file>