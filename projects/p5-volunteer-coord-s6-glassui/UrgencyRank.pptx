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Smart Resource Allocation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This solution provides a Next.js 16 web application for UrgencyRank, a tool designed to analyze and prioritize community needs based on user-provided data. It uses Gemini AI to process freeform community needs, available volunteer counts, budget, and timeframes, outputting a ranked list of needs with urgency scores, resource allocation recommendations, and a deployment strategy. The application features a distinctive Glass UI style with dark themes and neon accents, prioritizing a professional and polished user experience.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Unlike traditional methods of manual prioritization, UrgencyRank leverages AI to dynamically assess and rank community needs based on multiple input factors, providing a data-driven, objective prioritization.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system collects qualitative and quantitative data on community needs and available resources. It then utilizes the Gemini API to reason across these inputs, simulating a strategic planning process to generate a prioritized, actionable deployment strategy.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AI-powered, dynamic urgency ranking and resource allocation for maximum social impact, delivered through a premium, intuitive Glass UI.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Input multiple community needs with associated resource constraints (volunteer count, budget, timeframe).</a:t>
            </a:r>
          </a:p>
          <a:p>
            <a:pPr>
              <a:defRPr sz="1600"/>
            </a:pPr>
            <a:r>
              <a:t>• AI-driven prioritization of needs with urgency scores.</a:t>
            </a:r>
          </a:p>
          <a:p>
            <a:pPr>
              <a:defRPr sz="1600"/>
            </a:pPr>
            <a:r>
              <a:t>• Recommended volunteer and budget allocation per need.</a:t>
            </a:r>
          </a:p>
          <a:p>
            <a:pPr>
              <a:defRPr sz="1600"/>
            </a:pPr>
            <a:r>
              <a:t>• Comprehensive 1-week deployment strategy.</a:t>
            </a:r>
          </a:p>
          <a:p>
            <a:pPr>
              <a:defRPr sz="1600"/>
            </a:pPr>
            <a:r>
              <a:t>• Professional, high-fidelity Glass UI with dark theme and vibrant accent colors.</a:t>
            </a:r>
          </a:p>
          <a:p>
            <a:pPr>
              <a:defRPr sz="1600"/>
            </a:pPr>
            <a:r>
              <a:t>• Real-time loading and error state handling.</a:t>
            </a:r>
          </a:p>
          <a:p>
            <a:pPr>
              <a:defRPr sz="1600"/>
            </a:pPr>
            <a:r>
              <a:t>• Responsive design for desktop and mobile.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Framework: Next.js 16 (App Router)</a:t>
            </a:r>
          </a:p>
          <a:p>
            <a:pPr>
              <a:defRPr sz="2100"/>
            </a:pPr>
            <a:r>
              <a:t>• Language: TypeScript</a:t>
            </a:r>
          </a:p>
          <a:p>
            <a:pPr>
              <a:defRPr sz="2100"/>
            </a:pPr>
            <a:r>
              <a:t>• Styling: Tailwind CSS, custom CSS variables</a:t>
            </a:r>
          </a:p>
          <a:p>
            <a:pPr>
              <a:defRPr sz="2100"/>
            </a:pPr>
            <a:r>
              <a:t>• Icons: Lucide React</a:t>
            </a:r>
          </a:p>
          <a:p>
            <a:pPr>
              <a:defRPr sz="2100"/>
            </a:pPr>
            <a:r>
              <a:t>• AI Integration: Gemini API (`gemini-2.5-flash`)</a:t>
            </a:r>
          </a:p>
          <a:p>
            <a:pPr>
              <a:defRPr sz="2100"/>
            </a:pPr>
            <a:r>
              <a:t>• Deployment: Serverless functions (Next.js API Routes)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15818A-531A-A19D-E2DB-06D080E9D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704" y="1229058"/>
            <a:ext cx="5793701" cy="3914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https://urgencyrank.vercel.app/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</Words>
  <Application>Microsoft Office PowerPoint</Application>
  <PresentationFormat>On-screen Show (16:9)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2026-04-23T19:40:05Z</dcterms:modified>
</cp:coreProperties>
</file>