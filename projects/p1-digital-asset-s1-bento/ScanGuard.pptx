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45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</a:t>
            </a: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Statement: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 Digital Asset Protection</a:t>
            </a: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This solution provides a functional MVP for ScanGuard, a digital asset protection tool for sports media. It's a Next.js 16 application featuring a Bento Box Grid UI. Users input a URL or content description, which is sent to a server-side Gemini AI endpoint. The AI analyzes the content for unauthorized use, returning a structured verdict. The application then parses and displays the risk level, confidence score, red flags, and recommended actions in an intuitive, responsive dashboard.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The UI's distinctive Bento Box Grid style immediately sets it apart from typical analytics dashboards, offering a visually engaging and information-rich experience. The dedicated focus on "digital sports media" combined with direct, actionable AI insights creates a niche, high-value tool.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solution tackles the visibility gap by centralizing an AI-powered analysis for diverse digital content (URLs, text snippets). It shifts organizations from reactive content discovery to proactive authentication and anomaly detection, streamlining IP enforcement efforts.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ScanGuard's unique selling proposition lies in its combination of an intuitive, modern Bento Box UI with a powerful, specialized AI backend (Gemini) tailored specifically for digital sports media copyright detection, offering clear, actionable risk assessments.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Intuitive Input Interface: A prominent, styled input field for URLs or content descriptions.</a:t>
            </a:r>
          </a:p>
          <a:p>
            <a:pPr>
              <a:defRPr sz="1600"/>
            </a:pPr>
            <a:r>
              <a:t>• AI-Powered Analysis: Server-side integration with Google's Gemini-2.5-Flash model for sophisticated content review.</a:t>
            </a:r>
          </a:p>
          <a:p>
            <a:pPr>
              <a:defRPr sz="1600"/>
            </a:pPr>
            <a:r>
              <a:t>• Structured Results Display: Clear presentation of risk level (HIGH/MEDIUM/LOW), confidence score, key red flags, and actionable recommendations.</a:t>
            </a:r>
          </a:p>
          <a:p>
            <a:pPr>
              <a:defRPr sz="1600"/>
            </a:pPr>
            <a:r>
              <a:t>• Dynamic Bento Box UI: Responsive grid layout with distinct, varying-sized cards for visual hierarchy and data organization.</a:t>
            </a:r>
          </a:p>
          <a:p>
            <a:pPr>
              <a:defRPr sz="1600"/>
            </a:pPr>
            <a:r>
              <a:t>• Real-time Feedback: Loading indicators and error handling ensure a smooth user experience.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Frontend Framework: Next.js 16 (App Router)</a:t>
            </a:r>
          </a:p>
          <a:p>
            <a:pPr>
              <a:defRPr sz="2100"/>
            </a:pPr>
            <a:r>
              <a:t>• Language: TypeScript</a:t>
            </a:r>
          </a:p>
          <a:p>
            <a:pPr>
              <a:defRPr sz="2100"/>
            </a:pPr>
            <a:r>
              <a:t>• Styling: Tailwind CSS + Custom CSS Variables</a:t>
            </a:r>
          </a:p>
          <a:p>
            <a:pPr>
              <a:defRPr sz="2100"/>
            </a:pPr>
            <a:r>
              <a:t>• Icons: Lucide React</a:t>
            </a:r>
          </a:p>
          <a:p>
            <a:pPr>
              <a:defRPr sz="2100"/>
            </a:pPr>
            <a:r>
              <a:t>• AI Integration: Google Gemini-2.5-Flash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E00DBC-2ADF-1C39-BBBE-29B8C481F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05" y="1303872"/>
            <a:ext cx="6713034" cy="36956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: 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: https://scangaurd.vercel.app/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407</Words>
  <Application>Microsoft Office PowerPoint</Application>
  <PresentationFormat>On-screen Show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5</cp:revision>
  <dcterms:modified xsi:type="dcterms:W3CDTF">2026-04-23T19:12:03Z</dcterms:modified>
</cp:coreProperties>
</file>