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Smart Resource Allocation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VolunteerMatch is a Next.js application designed to revolutionize volunteer coordination for NGOs. It addresses the challenge of fragmented community needs data by providing a centralized system to gather information and intelligently match volunteers to urgent tasks using Gemini AI. Users input volunteer profiles and task descriptions, receiving a comprehensive match score, detailed reasoning, and actionable recommendations. The platform features a professional, glassmorphism UI with a warm green and earthy orange palette, ensuring an intuitive and engaging user experience.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Real-time, AI-driven volunteer-to-task matching with granular feedback including skill alignment, identified gaps, and onboarding recommendations.</a:t>
            </a:r>
          </a:p>
          <a:p>
            <a:pPr>
              <a:defRPr sz="1600"/>
            </a:pPr>
            <a:r>
              <a:t>• Centralized data platform for community needs assessment, transforming scattered information into actionable insights for strategic volunteer deployment.</a:t>
            </a:r>
          </a:p>
          <a:p>
            <a:pPr>
              <a:defRPr sz="1600"/>
            </a:pPr>
            <a:r>
              <a:t>• Distinctive and intuitive Glassmorphism UI, providing a modern, engaging user experience that stands apart from traditional utilitarian NGO tools.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Data Consolidation: Aggregates disparate community needs data from various sources into a unified digital system for clear problem identification.</a:t>
            </a:r>
          </a:p>
          <a:p>
            <a:pPr>
              <a:defRPr sz="1600"/>
            </a:pPr>
            <a:r>
              <a:t>• AI-Powered Matching: Utilizes Gemini AI to analyze volunteer profiles (skills, availability, location, languages, experience) against detailed community task descriptions to generate precise match scores.</a:t>
            </a:r>
          </a:p>
          <a:p>
            <a:pPr>
              <a:defRPr sz="1600"/>
            </a:pPr>
            <a:r>
              <a:t>• Actionable Insights: Delivers not only a match score but also a detailed breakdown of compatibility, potential gaps, and clear recommendations to facilitate effective volunteer integration.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The only platform that combines intelligent Gemini AI-powered matching of volunteers to urgent community needs with a visually stunning and intuitive Glassmorphism interface, transforming raw data into impactful action.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Comprehensive input form for volunteer profiles and community task descriptions.</a:t>
            </a:r>
          </a:p>
          <a:p>
            <a:pPr>
              <a:defRPr sz="1600"/>
            </a:pPr>
            <a:r>
              <a:t>• AI-generated match score (0-100%) with detailed reasoning and skill alignment breakdown.</a:t>
            </a:r>
          </a:p>
          <a:p>
            <a:pPr>
              <a:defRPr sz="1600"/>
            </a:pPr>
            <a:r>
              <a:t>• Identification of potential skill or availability gaps and actionable suggestions for bridging them.</a:t>
            </a:r>
          </a:p>
          <a:p>
            <a:pPr>
              <a:defRPr sz="1600"/>
            </a:pPr>
            <a:r>
              <a:t>• Customized onboarding recommendations for successfully matched volunteers.</a:t>
            </a:r>
          </a:p>
          <a:p>
            <a:pPr>
              <a:defRPr sz="1600"/>
            </a:pPr>
            <a:r>
              <a:t>• Dynamic loading states and robust error handling for a seamless user experience.</a:t>
            </a:r>
          </a:p>
          <a:p>
            <a:pPr>
              <a:defRPr sz="1600"/>
            </a:pPr>
            <a:r>
              <a:t>• Fully responsive, professional Glassmorphism UI with a warm green and earthy orange palette.</a:t>
            </a:r>
          </a:p>
          <a:p>
            <a:pPr>
              <a:defRPr sz="1600"/>
            </a:pPr>
            <a:r>
              <a:t>• Secure, server-side Gemini API integration for intelligent matching operations.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Next.js 16 (App Router)</a:t>
            </a:r>
          </a:p>
          <a:p>
            <a:pPr>
              <a:defRPr sz="2100"/>
            </a:pPr>
            <a:r>
              <a:t>• TypeScript</a:t>
            </a:r>
          </a:p>
          <a:p>
            <a:pPr>
              <a:defRPr sz="2100"/>
            </a:pPr>
            <a:r>
              <a:t>• Tailwind CSS + Custom CSS (Glassmorphism styling)</a:t>
            </a:r>
          </a:p>
          <a:p>
            <a:pPr>
              <a:defRPr sz="2100"/>
            </a:pPr>
            <a:r>
              <a:t>• lucide-react (Icons)</a:t>
            </a:r>
          </a:p>
          <a:p>
            <a:pPr>
              <a:defRPr sz="2100"/>
            </a:pPr>
            <a:r>
              <a:t>• Google Fonts (`@import`)</a:t>
            </a:r>
          </a:p>
          <a:p>
            <a:pPr>
              <a:defRPr sz="2100"/>
            </a:pPr>
            <a:r>
              <a:t>• Gemini API (`gemini-2.5-flash`)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BABF42-D323-2DDE-A43D-4B7279814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055" y="987552"/>
            <a:ext cx="370755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https://volunteermatch.vercel.app/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</Words>
  <Application>Microsoft Office PowerPoint</Application>
  <PresentationFormat>On-screen Show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2026-04-23T19:36:44Z</dcterms:modified>
</cp:coreProperties>
</file>