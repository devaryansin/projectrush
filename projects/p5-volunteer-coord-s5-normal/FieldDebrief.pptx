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Smart Resource Allocation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This solution provides "FieldDebrief," a Next.js 16 web application designed for NGOs and social groups. It transforms unstructured, plain-language volunteer field reports into structured, actionable NGO documentation. The system automatically processes these reports, extracting key information like activities, beneficiaries, issues, and follow-up needs, making community needs more visible and enabling smarter volunteer coordination.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AI-powered natural language processing for report structuring.</a:t>
            </a:r>
          </a:p>
          <a:p>
            <a:pPr>
              <a:defRPr sz="1600"/>
            </a:pPr>
            <a:r>
              <a:t>• Seamless integration of field data into NGO operational workflows.</a:t>
            </a:r>
          </a:p>
          <a:p>
            <a:pPr>
              <a:defRPr sz="1600"/>
            </a:pPr>
            <a:r>
              <a:t>• Focus on immediate actionable insights for volunteer deployment.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system addresses the challenge of scattered and unstructured community data by providing a single, automated pipeline for processing field reports. This ensures that valuable insights are captured, organized, and readily available for decision-making.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"Submit your field report in plain language — get it structured for NGO records automatically."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Plain-language field report submission form.</a:t>
            </a:r>
          </a:p>
          <a:p>
            <a:pPr>
              <a:defRPr sz="1600"/>
            </a:pPr>
            <a:r>
              <a:t>• AI-driven conversion of unstructured text to structured NGO report format.</a:t>
            </a:r>
          </a:p>
          <a:p>
            <a:pPr>
              <a:defRPr sz="1600"/>
            </a:pPr>
            <a:r>
              <a:t>• Automatic extraction of key data points: Date/Location, Activities, Beneficiaries, Issues, Follow-up.</a:t>
            </a:r>
          </a:p>
          <a:p>
            <a:pPr>
              <a:defRPr sz="1600"/>
            </a:pPr>
            <a:r>
              <a:t>• Urgent issue flagging and identification of missing critical information.</a:t>
            </a:r>
          </a:p>
          <a:p>
            <a:pPr>
              <a:defRPr sz="1600"/>
            </a:pPr>
            <a:r>
              <a:t>• Professional, clean, and responsive web UI for enhanced user experience.</a:t>
            </a:r>
          </a:p>
          <a:p>
            <a:pPr>
              <a:defRPr sz="1600"/>
            </a:pPr>
            <a:r>
              <a:t>• Loading and error state handling.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Next.js 16 (App Router)</a:t>
            </a:r>
          </a:p>
          <a:p>
            <a:pPr>
              <a:defRPr sz="2100"/>
            </a:pPr>
            <a:r>
              <a:t>• TypeScript</a:t>
            </a:r>
          </a:p>
          <a:p>
            <a:pPr>
              <a:defRPr sz="2100"/>
            </a:pPr>
            <a:r>
              <a:t>• Tailwind CSS</a:t>
            </a:r>
          </a:p>
          <a:p>
            <a:pPr>
              <a:defRPr sz="2100"/>
            </a:pPr>
            <a:r>
              <a:t>• Gemini API (via serverless route)</a:t>
            </a:r>
          </a:p>
          <a:p>
            <a:pPr>
              <a:defRPr sz="2100"/>
            </a:pPr>
            <a:r>
              <a:t>• lucide-react for icons</a:t>
            </a:r>
          </a:p>
          <a:p>
            <a:pPr>
              <a:defRPr sz="2100"/>
            </a:pPr>
            <a:r>
              <a:t>• Google Fonts for professional typography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8A259B-D5DC-DF86-16DC-4CE3705F0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753" y="1273420"/>
            <a:ext cx="6214494" cy="387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https://fielddebrief.vercel.app/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310</Words>
  <Application>Microsoft Office PowerPoint</Application>
  <PresentationFormat>On-screen Show (16:9)</PresentationFormat>
  <Paragraphs>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2026-04-23T19:39:20Z</dcterms:modified>
</cp:coreProperties>
</file>