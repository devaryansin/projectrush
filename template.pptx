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  <p:sldMasterId id="2147483671" r:id="rId2"/>
  </p:sldMasterIdLst>
  <p:notesMasterIdLst>
    <p:notesMasterId r:id="rId11"/>
  </p:notesMasterIdLst>
  <p:sldIdLst>
    <p:sldId id="257" r:id="rId3"/>
    <p:sldId id="258" r:id="rId4"/>
    <p:sldId id="259" r:id="rId5"/>
    <p:sldId id="260" r:id="rId6"/>
    <p:sldId id="264" r:id="rId7"/>
    <p:sldId id="266" r:id="rId8"/>
    <p:sldId id="268" r:id="rId9"/>
    <p:sldId id="270" r:id="rId10"/>
  </p:sldIdLst>
  <p:sldSz cx="9144000" cy="5143500" type="screen16x9"/>
  <p:notesSz cx="6858000" cy="9144000"/>
  <p:embeddedFontLst>
    <p:embeddedFont>
      <p:font typeface="Google Sans" panose="020B0604020202020204" charset="0"/>
      <p:regular r:id="rId12"/>
      <p:bold r:id="rId13"/>
      <p:italic r:id="rId14"/>
      <p:boldItalic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45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font" Target="fonts/font2.fntdata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font" Target="fonts/font1.fntdata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font" Target="fonts/font4.fntdata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c07f7ad1a1_2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g3c07f7ad1a1_2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c07f7ad1a1_2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3" name="Google Shape;113;g3c07f7ad1a1_2_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c07f7ad1a1_2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9" name="Google Shape;119;g3c07f7ad1a1_2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c07f7ad1a1_2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5" name="Google Shape;125;g3c07f7ad1a1_2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c07f7ad1a1_2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9" name="Google Shape;149;g3c07f7ad1a1_2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c07f7ad1a1_2_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1" name="Google Shape;161;g3c07f7ad1a1_2_1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c07f7ad1a1_2_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3" name="Google Shape;173;g3c07f7ad1a1_2_1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c07f7ad1a1_2_1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4" name="Google Shape;184;g3c07f7ad1a1_2_1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0" name="Google Shape;60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8" name="Google Shape;68;p17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9" name="Google Shape;6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5" name="Google Shape;75;p19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6" name="Google Shape;76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9" name="Google Shape;79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1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3" name="Google Shape;83;p21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84" name="Google Shape;84;p21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5" name="Google Shape;85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88" name="Google Shape;88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2" name="Google Shape;92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6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/>
          </a:p>
        </p:txBody>
      </p:sp>
      <p:pic>
        <p:nvPicPr>
          <p:cNvPr id="108" name="Google Shape;108;p26"/>
          <p:cNvPicPr preferRelativeResize="0"/>
          <p:nvPr/>
        </p:nvPicPr>
        <p:blipFill rotWithShape="1">
          <a:blip r:embed="rId3">
            <a:alphaModFix/>
          </a:blip>
          <a:srcRect t="47611"/>
          <a:stretch/>
        </p:blipFill>
        <p:spPr>
          <a:xfrm>
            <a:off x="0" y="2448875"/>
            <a:ext cx="9144000" cy="2694624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6"/>
          <p:cNvSpPr txBox="1"/>
          <p:nvPr/>
        </p:nvSpPr>
        <p:spPr>
          <a:xfrm>
            <a:off x="146600" y="2895500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Team Details</a:t>
            </a:r>
            <a:endParaRPr sz="1800" b="1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1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914400" marR="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lang="en-GB" sz="1800" b="1" i="0" u="none" strike="noStrike" cap="non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Team name: </a:t>
            </a:r>
            <a:endParaRPr sz="1800" b="1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914400" marR="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lang="en-GB" sz="1800" b="1" i="0" u="none" strike="noStrike" cap="non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Team leader name: </a:t>
            </a:r>
            <a:endParaRPr sz="1800" b="1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914400" marR="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lang="en-GB" sz="1800" b="1" i="0" u="none" strike="noStrike" cap="non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Problem Statement: </a:t>
            </a:r>
            <a:endParaRPr sz="1800" b="1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0" name="Google Shape;110;p26" title="Frame 96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9143997" cy="27592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7"/>
          <p:cNvSpPr txBox="1"/>
          <p:nvPr/>
        </p:nvSpPr>
        <p:spPr>
          <a:xfrm>
            <a:off x="85525" y="806350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 dirty="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Brief:</a:t>
            </a:r>
            <a:endParaRPr sz="1800" b="0" i="0" u="none" strike="noStrike" cap="none" dirty="0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16" name="Google Shape;116;p27" title="frameeee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893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8"/>
          <p:cNvSpPr txBox="1"/>
          <p:nvPr/>
        </p:nvSpPr>
        <p:spPr>
          <a:xfrm>
            <a:off x="183250" y="818550"/>
            <a:ext cx="8784300" cy="14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 dirty="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Opportunities:</a:t>
            </a:r>
            <a:endParaRPr sz="1800" b="0" i="0" u="none" strike="noStrike" cap="none" dirty="0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rgbClr val="595959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22" name="Google Shape;122;p28" title="frameeee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893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9"/>
          <p:cNvSpPr txBox="1"/>
          <p:nvPr/>
        </p:nvSpPr>
        <p:spPr>
          <a:xfrm>
            <a:off x="195475" y="855225"/>
            <a:ext cx="8698800" cy="54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 dirty="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Features:</a:t>
            </a:r>
            <a:endParaRPr sz="1800" b="0" i="0" u="none" strike="noStrike" cap="none" dirty="0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28" name="Google Shape;128;p29" title="frameeee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893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33"/>
          <p:cNvSpPr txBox="1"/>
          <p:nvPr/>
        </p:nvSpPr>
        <p:spPr>
          <a:xfrm>
            <a:off x="158825" y="855225"/>
            <a:ext cx="8784300" cy="112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 dirty="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Technologies:</a:t>
            </a:r>
            <a:endParaRPr sz="1200" b="0" i="0" u="none" strike="noStrike" cap="none" dirty="0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52" name="Google Shape;152;p33" title="frameeee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893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5"/>
          <p:cNvSpPr txBox="1"/>
          <p:nvPr/>
        </p:nvSpPr>
        <p:spPr>
          <a:xfrm>
            <a:off x="219900" y="855225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Snapshots of the MVP</a:t>
            </a:r>
            <a:endParaRPr sz="1800" b="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64" name="Google Shape;164;p35" title="frameeee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893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37"/>
          <p:cNvSpPr txBox="1"/>
          <p:nvPr/>
        </p:nvSpPr>
        <p:spPr>
          <a:xfrm>
            <a:off x="146600" y="843000"/>
            <a:ext cx="8833200" cy="6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Provide links to your:</a:t>
            </a:r>
            <a:endParaRPr sz="1800" b="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rabicPeriod"/>
            </a:pPr>
            <a:r>
              <a:rPr lang="en-GB" sz="1800" b="0" i="0" u="none" strike="noStrike" cap="non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GitHub Public Repository</a:t>
            </a:r>
            <a:endParaRPr sz="1800" b="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rabicPeriod"/>
            </a:pPr>
            <a:r>
              <a:rPr lang="en-GB" sz="1800" b="0" i="0" u="none" strike="noStrike" cap="non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Demo Video Link (3 Minutes)</a:t>
            </a:r>
            <a:endParaRPr sz="1800" b="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rabicPeriod"/>
            </a:pPr>
            <a:r>
              <a:rPr lang="en-GB" sz="1800" b="0" i="0" u="none" strike="noStrike" cap="non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MVP Link</a:t>
            </a:r>
            <a:endParaRPr sz="1800" b="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Google Sans"/>
              <a:buAutoNum type="arabicPeriod"/>
            </a:pPr>
            <a:r>
              <a:rPr lang="en-GB" sz="1800">
                <a:latin typeface="Google Sans"/>
                <a:ea typeface="Google Sans"/>
                <a:cs typeface="Google Sans"/>
                <a:sym typeface="Google Sans"/>
              </a:rPr>
              <a:t>Working Prototype Link</a:t>
            </a:r>
            <a:endParaRPr sz="1800"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76" name="Google Shape;176;p37" title="frameeee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893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" name="Google Shape;186;p39" title="38d89ed3-9ded-48f6-b368-c62c46c50b68 1 [Vectorized]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45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44</Words>
  <Application>Microsoft Office PowerPoint</Application>
  <PresentationFormat>On-screen Show (16:9)</PresentationFormat>
  <Paragraphs>16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Google Sans</vt:lpstr>
      <vt:lpstr>Simple Light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Aryan Singh</cp:lastModifiedBy>
  <cp:revision>2</cp:revision>
  <dcterms:modified xsi:type="dcterms:W3CDTF">2026-04-23T17:54:57Z</dcterms:modified>
</cp:coreProperties>
</file>